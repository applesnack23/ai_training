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577ab75-4f73-2fca-9ed0-8157ac76da35}">
          <p14:sldIdLst>
            <p14:sldId id="256"/>
            <p14:sldId id="257"/>
            <p14:sldId id="258"/>
            <p14:sldId id="259"/>
            <p14:sldId id="260"/>
          </p14:sldIdLst>
        </p14:section>
        <p14:section name="1. 산업통신과 Modbus TCP" id="{b28402fb-5c15-0371-1be1-ecab0ec9ee46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2. 레지스터 맵 읽기와 값 모니터링" id="{e1e6cd9f-c496-a80c-fcf9-bcfcabe6cca5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3. CODESYS Modbus 서버 설정" id="{fa2c79c9-ac24-fb1c-a36e-0aea2541d787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4. PLC 데이터 수집" id="{963a67ee-b226-2cfe-ceba-1b66068ec256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5. HMI 모니터링" id="{d27e2d5b-4c0c-f6ce-9c38-b3faea74d2c1}">
          <p14:sldIdLst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6. 알람 설계" id="{1ffb11cd-c5f4-4e7a-3ec5-ee38b1893f6c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4일차는 설비가 내보내는 데이터를 다룹니다. 어제 만든 CODESYS 프로그램이 Unity와 어떻게 데이터를 주고받는지 레지스터 수준에서 확인하고, 그 데이터를 수집·모니터링·알람으로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결과물은 네 가지입니다. 특히 알람 설계표는 조별로 작성해 6교시에 발표합니다.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Python은 3.12를 권장합니다. pymodbus 3.16은 Python 3.10 이상에서만 동작합니다. Unity는 빌드본만 쓰므로 에디터를 설치하지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가상환경은 선택 사항이지만 교육장 PC가 여러 과정에 공유될 때 특히 유용합니다. 마지막 명령으로 설치된 pymodbus 버전을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센서 값이라도 쓰는 곳에 따라 요구하는 속도와 신뢰도가 다릅니다. 오늘은 감시와 수집을 중심으로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ISA-95 계층을 통신 관점에서 다시 봅니다. 아래 계층일수록 빠르고 짧은 데이터를, 위 계층일수록 느리지만 많은 데이터를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프로토콜 이름만 알아 두어도 장비 사양서를 읽을 때 도움이 됩니다. 실습은 구조가 가장 단순한 Modbus TCP 하나로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용어가 헷갈리면 "레지스터를 갖고 있는 쪽이 서버"라고 기억하세요. 1502 포트에는 서버가 하나만 떠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과정은 Holding Register만 씁니다. 센서와 명령이 모두 비트이지만 레지스터 한 칸에 묶어 보내므로 통신 횟수가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MBAP 헤더는 7바이트로 고정입니다. 함수 코드가 무엇을 할지 정하고, 그 뒤 데이터의 모양은 함수 코드마다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Unity는 FC23 하나로 센서 쓰기와 명령 읽기를 동시에 처리합니다. 오늘 만드는 모니터와 수집기는 FC03 읽기만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Unity의 ModbusController.cs가 20ms마다 보내는 요청을 바이트 단위로 풀어 본 것입니다. 쓰기 영역 HR0~9와 읽기 영역 HR10~19가 한 프레임에 함께 들어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502번은 표준 Modbus 포트입니다. 이 과정의 Unity와 Python 코드는 모두 1502를 기본값으로 쓰므로 PLC도 1502로 맞춥니다.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모든 실습은 이 표 하나를 기준으로 합니다. 표를 출력해 책상에 두고 진행하세요.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10진수 값만 보면 의미를 알 수 없습니다. 2진수로 바꿔 오른쪽부터 bit0, bit1, bit2 순서로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행처럼 Lost는 RESET 전까지 유지되므로 다른 비트와 함께 켜질 수 있습니다. 수강생에게 3이 나오는 경우를 물어보세요.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HR10 = 3은 정상 운전에서 나오면 안 되는 값입니다. 6교시 알람 설계에서 이 값을 감시 대상으로 넣을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monitor_hr.py는 프로젝트에 없는 새 예제입니다. 읽기 함수만 쓰기 때문에 PLC 운전에 영향을 주지 않습니다. 0.2초마다 HR0과 HR10을 비트로 풀어 출력합니다.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monitor_hr.py는 프로젝트에 없는 새 예제 파일입니다. 수업 전에 강사가 배포하거나 수강생이 슬라이드를 보고 입력합니다.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자기유지 덕분에 센서 사이에서 HR0이 0이 되어도 이동 명령이 유지됩니다. 이 패턴이 정상 운전의 기준선입니다.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규칙(PROJECT_MAP.md)에도 PLC가 서버일 때 Python은 읽기만 한다고 정해 두었습니다. 실제 공장에서도 같은 원칙입니다.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CODESYS 버전에 따라 장치 이름이 ModbusTCP Server Device 또는 ModbusTCP Slave Device로 보입니다. 같은 장치입니다.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Writable을 켜면 Holding Register가 %QW 영역으로 만들어져 PLC 프로그램도 값을 쓸 수 있습니다. 실제 주소는 I/O Mapping 탭에서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3일차에 만든 GVL을 그대로 씁니다. ToPlc는 Unity가 쓰는 센서 영역, FromPlc는 PLC가 쓰는 명령 영역입니다.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I/O Mapping 탭의 Variable 열에서 기존 변수에 연결합니다. 수업 전에 강사 PC에서 화면을 캡처해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Ladder의 첫 세 네트워크가 센서 비트를 내부 변수로 복사하고, 마지막 두 네트워크가 명령 비트를 내보냅니다. 3일차에 만든 프로그램과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Writable 영역은 Unity와 PLC가 모두 쓸 수 있는 공간이라 규칙이 더 중요합니다. 센서 영역에 PLC가 쓰면 디버깅이 매우 어려워집니다.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순서를 지키면 문제가 PLC, 통신, Unity 중 어디에 있는지 바로 좁힐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중 갑자기 Unity가 멈추면 먼저 CODESYS 런타임이 2시간 제한으로 정지했는지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il_collect.py는 Modbus 클라이언트입니다. 서버 역할의 il_collect_manual.py와 헷갈리지 않도록 주의합니다.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il_collect.py는 PLC에 클라이언트로 접속해 레지스터를 읽기만 합니다. device_id는 Unit ID와 같은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HR10의 LEFT·RIGHT 비트를 STOP·LEFT·RIGHT 세 가지 행동 번호로 바꿉니다. 이 번호가 5일차 모방학습의 정답 레이블이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LastSensor가 있어야 센서 사이에서 어느 방향으로 가던 중인지 알 수 있습니다. 센서 두 개만으로는 같은 0,0 상태가 두 가지 의미를 가지기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PLC는 자기유지로 방향을 기억하지만, 데이터만 보는 AI는 기억이 없습니다. 그래서 수집기가 LastSensor를 만들어 기억을 대신 넣어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박스가 이탈한 상태는 정상적인 전문가 동작이 아니므로 학습 데이터에서 뺍니다. 화면 로그는 계속 찍혀서 상황을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수집 중에는 다른 Python 서버를 켜지 않습니다. 1502 포트의 서버는 PLC 하나여야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 수가 많다고 좋은 데이터는 아닙니다. 5일차에 학습할 때 상태별 개수를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HMI는 운전자가 몇 초 안에 설비 상태를 파악하게 해 주는 화면입니다. Unity 화면을 이 네 가지 기준으로 읽어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SystemStatus_UI.cs는 매 프레임 연결·이동·센서 램프를 갱신합니다. 연결 램프 색은 Inspector에서 바꿀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I/O 맵 화면은 오늘 2교시에 본 레지스터 맵과 같은 내용을 Unity 안에서 보여 줍니다. 수강생이 둘을 대조하게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화면(HMI)과 레지스터(모니터)가 같은 이야기를 하는지 확인하는 것이 핵심입니다. 다르면 매핑이나 비트 번호를 점검합니다.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HMI는 지금 상태를, 데이터는 지난 상태를 보여 줍니다. 4교시의 CSV 수집이 이 차이를 메웁니다.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구현은 하지 않고 설계만 합니다. 나온 아이디어는 6교시 알람 설계표에 반영합니다.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좋은 알람은 운전자에게 무엇을 해야 하는지 알려 줍니다. 단계마다 담당자와 조치를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컨베이어 양 끝 너머에 있는 삭제 영역에 박스가 들어가면 Lost가 켜지고 박스가 사라집니다. 이 값이 HR0의 bit2로 PLC에 전달됩니다.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제어기가 HR10의 bit2를 0에서 1로 올리면 Unity가 한 번 리셋합니다. Lost를 지우고 박스를 초기 위치로 되돌립니다.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Unity의 재연결 1초, 응답 대기 0.5초는 ModbusController.cs 기본값입니다. CODESYS Watchdog은 서버 장치 설정에 있는 옵션입니다.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모니터 예제에 알람 판단을 더한 새 예제입니다. 통신 실패와 성공이 바뀌는 순간을 잡아 발생과 복구를 기록합니다.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AL-01과 AL-02는 오늘 실제로 재현할 수 있습니다. AL-03, AL-04는 설계 연습으로만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1일차 Ladder에서 Lost 접점으로 모터를 멈추게 했으므로 AL-01 발생 시 정지해야 합니다. 정지하지 않으면 Ladder를 점검합니다.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문제가 생기면 PLC → 통신 → Unity 순서로 한 단계씩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
Q1. 서버 (이 과정에서는 CODESYS PLC)
Q2. 6 = 110 → Sensor01 0, Sensor02 1, Lost 1
Q3. FC23 (Read/Write Multiple Registers)
Q4. PLC의 명령과 충돌해 설비가 예상 밖으로 움직일 수 있기 때문. 감시·수집은 읽기만 한다.
Q5. 감지 → 안전 정지 → 표시 → 원인 확인 → 리셋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생산자동화관리  ·  4일차  산업통신 및 생산설비 데이터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www.python.org/downloads/" TargetMode="External"/><Relationship Id="rId2" Type="http://schemas.openxmlformats.org/officeDocument/2006/relationships/hyperlink" Target="https://store.codesys.com/en/codesys.html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생산자동화관리  ·  4일차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산업통신 및 생산설비 데이터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Modbus TCP로 설비 데이터를 읽고, 모니터링하고, 알람을 설계한다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5394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</a:rPr>
              <a:t>5일 × 6시간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목표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산업통신 계층과 Modbus TCP 프레임 구조를 설명한다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68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레지스터 맵을 읽고 설비 데이터를 수집·모니터링한다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Unity 화면(HMI)과 알람으로 설비 상태를 관리한다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오늘 만들 결과물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9456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레지스터 해석표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읽기 전용 모니터 실행 결과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PLC 수집 데이터 il_dataset.csv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알람 설계표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어제 설치한 CODESYS와 Unity 빌드본에 Python을 더합니다.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Python 3.12 + pymodbus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pymodbus 3.16.1 (Python 3.10 이상)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python.org에서 3.12 설치 파일 다운로드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Windows: "Add python.exe to PATH" 체크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터미널에서 pip install pymodbus pandas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python --version 으로 확인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python.org/downloads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CODESYS V3.5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SP22 (3.5.22.40) · 무료 · Windows 10/11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3일차 프로젝트를 그대로 사용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SysTray에서 PLC Start 확인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라이선스 없으면 2시간 후 정지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멈추면 SysTray에서 Stop → Start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152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store.codesys.com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Unity 빌드본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ConveyorURP (BuildWin)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BuildWin 폴더의 ConveyorURP.exe 실행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모드를 Controller로 선택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IP 127.0.0.1 확인 후 통신 시작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Unity 설치는 필요 없음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Python 패키지 설치와 확인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가상환경을 쓰면 다른 프로젝트와 패키지가 섞이지 않는다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프로젝트 폴더에서 터미널 열기 (AI_Training)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-m venv .venv  로 가상환경 만들기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Windows: .venv\Scripts\activate  /  macOS·Ubuntu: source .venv/bin/activate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pip install pymodbus pandas  (macOS·Ubuntu는 pip3)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-c "import pymodbus; print(pymodbus.__version__)"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버전 3.16.x 출력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오류 없이 import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pymodbus 문서: pymodbus.readthedocs.io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시간표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산업통신 계층과 주요 프로토콜, Modbus TCP 프레임·레지스터 구조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레지스터 맵 읽기, 읽기 전용 모니터로 값 확인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ModbusTCP 서버 설정과 PLC 변수 매핑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 데이터 수집: il_collect.py → CSV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HMI 모니터링: Unity 상태 화면·I/O 맵 화면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알람 설계: WorkpieceLost, 통신 끊김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산업통신과 Modbus TCP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설비 데이터는 어떤 길로, 어떤 모양으로 오가는가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설비 데이터가 필요한 세 곳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같은 센서 값이 제어·감시·관리에 각각 쓰인다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제어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→ PLC → 모터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수 ms 단위로 반복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끊기면 설비가 멈춤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감시 (HMI)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운전자가 상태를 본다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램프·알람·버튼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초 단위 갱신이면 충분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관리·분석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데이터를 모아 저장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추이·이상 분석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5일차 AI 학습 데이터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자동화 계층마다 통신이 다르다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필드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센서·모터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배선·필드버스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제어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Modbus·PROFINET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감시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HMI·SCADA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이더넷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운영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데이터베이스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경영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ERP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업무 시스템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이 과정의 컨베이어는 필드(Unity 센서·모터) ↔ 제어(CODESYS PLC) 구간을 Modbus TCP로 연결한다.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현장에서 자주 만나는 프로토콜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502920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프로토콜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매체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특징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 과정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Modbus RTU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RS-485 직렬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오래되고 단순, 저가 장비에 많음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Modbus TCP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이더넷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구조가 단순, 대부분 PLC 지원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사용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PROFINET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이더넷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Siemens 계열, 실시간 I/O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EtherNet/IP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이더넷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Rockwell 계열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EtherCAT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이더넷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고속 모션 제어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서버와 클라이언트: 누가 묻고 누가 답하나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Modbus TCP는 클라이언트가 묻고 서버가 답한다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클라이언트 (묻는 쪽)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Unity 디지털트윈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20ms마다 요청을 보냄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값을 쓰고 명령 값을 읽음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Python 수집기도 클라이언트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서버 (답하는 쪽)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74320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CODESYS PLC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레지스터 20개를 보관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요청이 오면 값을 돌려줌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한 포트에 서버는 하나만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Modbus 데이터 영역 4종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01752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단위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클라이언트 접근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 과정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Coil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1비트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읽기·쓰기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사용 안 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Discrete Input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1비트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읽기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사용 안 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Input Register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16비트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읽기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사용 안 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Holding Register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16비트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읽기·쓰기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HR0~19 사용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비트 신호도 Holding Register 한 칸(16비트) 안에 비트별로 담아서 보낸다.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Modbus TCP 프레임 = MBAP 헤더 + PDU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Transaction ID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2바이트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요청·응답 짝 맞추기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Protocol ID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2바이트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항상 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Length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2바이트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뒤에 오는 바이트 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 ID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1바이트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장치 번호 (1)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PDU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함수 코드 1바이트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+ 데이터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앞의 7바이트(MBAP)는 TCP에서 쓰는 봉투이고, 실제 명령은 PDU에 담긴다.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쓰는 함수 코드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474720"/>
                <a:gridCol w="347472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하는 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 과정에서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Read Holding Registers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레지스터 여러 개 읽기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모니터·수집기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Write Single Register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레지스터 1개 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Write Multiple Registers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레지스터 여러 개 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Read/Write Multiple Registers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쓰기와 읽기를 한 번에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(20ms마다)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Unity가 보내는 FC23 요청 한 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FC23 요청 (16진수 바이트)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01   Transaction ID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00   Protocol ID (0 = Modbus)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1F   Length = 31 바이트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    Unit ID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 FC23 (Read/Write Multiple Registers)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0A   읽기 시작 주소 = 10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0A   읽기 개수 = 10      → HR10~19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00   쓰기 시작 주소 = 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0A   쓰기 개수 = 10      → HR0~9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   바이트 수 = 20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03   HR0 = 3  (Sensor01·Sensor02 ON)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00 … HR1~9 = 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쓰기: HR0~9에 센서 상태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읽기: HR10~19의 명령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 번 왕복에 두 방향 처리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20ms마다 반복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숫자로 보는 컨베이어 통신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20ms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요청 주기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1502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Modbus TCP 포트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 ID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20개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사용하는 Holding Register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표준 포트는 502이지만 이 과정은 Unity 설정에 맞춰 1502를 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레지스터 맵 읽기와 값 모니터링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숫자 하나에 담긴 비트를 읽어 설비 상태로 바꾼다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컨베이어 1대 레지스터 맵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457200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레지스터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bit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방향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 (왼쪽 끝)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→ PLC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 (오른쪽 끝)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→ PLC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WorkpieceLost (박스 이탈)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→ PLC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 (왼쪽 이동)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→ Unity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 (오른쪽 이동)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→ Unity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RESET (박스 초기화)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→ Unity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레지스터 맵은 모든 장비·프로그램이 지켜야 하는 약속이다. 바꾸려면 승인이 필요하다.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레지스터 값을 비트로 풀어 읽기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HR0 = 5 를 2진수로 바꾸면 101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bit0 = 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왼쪽 끝에 있음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bit1 = 0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Sensor02 OFF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오른쪽 끝은 비어 있음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bit2 = 1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WorkpieceLost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박스가 이탈함 → 알람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8203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파이썬에서는 (값 &gt;&gt; 비트번호) &amp; 1 로 한 비트를 꺼낸다.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HR0 값 해석 연습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371600"/>
                <a:gridCol w="1371600"/>
                <a:gridCol w="109728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HR0 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2진수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박스가 센서 사이를 이동 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도착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도착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 이탈 (센서 사이에서 사라짐)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+ 이탈 기록 유지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HR10 명령 값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329184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HR10 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2진수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Unity 동작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벨트 멈춤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왼쪽으로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오른쪽으로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011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 + 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 (인터록 위반)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RESET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박스를 초기 위치로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LEFT와 RIGHT가 동시에 1이면 Unity는 벨트를 멈춘다(ConveyorBelt.cs). PLC는 애초에 동시 ON을 만들지 않는다.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읽기 전용 모니터 (새 예제: monitor_hr.py)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monitor_hr.py  ·  FC03 읽기 전용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pymodbus.client import ModbusTcpClient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ModbusTcpClient("127.0.0.1", port=1502)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client.connect()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client.read_holding_registers(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address=0, count=20, device_id=1)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r.isError():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print("[ALARM] 읽기 실패"); time.sleep(1); continue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hr0, hr10 = r.registers[0], r.registers[10]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s1, s2, lost = hr0 &amp; 1, (hr0 &gt;&gt; 1) &amp; 1, (hr0 &gt;&gt; 2) &amp; 1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left, right = hr10 &amp; 1, (hr10 &gt;&gt; 1) &amp; 1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print(f"S1={s1} S2={s2} Lost={lost} | L={left} R={right}")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time.sleep(0.2)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client.close()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FC03으로 HR0~19를 한 번에 읽음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쓰기 코드가 전혀 없음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운전에 영향 없음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Ctrl+C로 종료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모니터 실행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CODESYS: Login → Start (PLC RUN)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빌드본 실행, Controller 모드로 통신 시작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AI_Training 폴더에 monitor_hr.py 저장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터미널: python monitor_hr.py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Unity에서 박스를 올리고 출력 변화를 관찰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S1·S2가 박스 위치대로 바뀜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L·R이 PLC 명령대로 바뀜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Unity 동작은 그대로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박스 한 번 왕복할 때의 값 변화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S1=1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HR0=1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PLC → R=1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이동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HR0=0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R=1 유지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S2=1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HR0=2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PLC → L=1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이동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HR0=0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L=1 유지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S1=1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HR0=1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다시 R=1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모니터 출력에서 이 순서가 반복되는지 확인한다. 순서가 다르면 Ladder 또는 매핑을 점검한다.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모니터는 왜 읽기 전용이어야 하나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클라이언트는 여럿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PLC가 서버, Unity와 모니터가 클라이언트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여러 클라이언트가 동시에 읽을 수 있음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쓰면 생기는 일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HR0을 쓰면 가짜 센서 값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HR10을 쓰면 PLC 명령과 충돌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설비가 예상 밖으로 움직임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현장 규칙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감시·수집은 FC03 읽기만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쓰기는 승인된 제어기만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운전 중 테스트 쓰기 금지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CODESYS Modbus 서버 설정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PLC가 레지스터를 열어 두는 방법과 변수 연결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ModbusTCP 서버 장치 추가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Devices 트리에서 Device 우클릭 &gt; Add Device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Ethernet Adapter &gt; Ethernet 추가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Ethernet 우클릭 &gt; Add Device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ModbusTCP Server Device 추가 (버전에 따라 Slave Device)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Ethernet 설정에서 네트워크 어댑터 선택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트리에 Ethernet 아래 서버 장치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빨간 오류 표시 없음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이름은 기본값 사용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서버 장치 설정값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6126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설정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Port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1502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Unity·Python 기본값과 같게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 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설정과 같게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Holding registers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HR0~19 사용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Writable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Unity가 HR0에 쓰고, PLC가 HR10에 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Bind to Adapter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같은 PC의 127.0.0.1 요청을 받기 위해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[강사 확인] 항목 이름은 CODESYS 버전마다 조금 다르다. 실제 화면과 대조한 뒤 수업한다.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GVL: 레지스터와 연결할 전역 변수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&gt; GVL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{attribute 'qualified_only'}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VAR_GLOBAL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Unity → PLC (HR0~9)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ToPlc   : ARRAY[0..9] OF WORD;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PLC → Unity (HR10~19)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FromPlc : ARRAY[0..9] OF WORD;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END_VAR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ToPlc[0] = HR0 (센서)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FromPlc[0] = HR10 (명령)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WORD 10개씩 두 배열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기존 프로젝트와 같은 이름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I/O Mapping: 레지스터 ↔ 변수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10896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서버 장치 채널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연결 변수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읽는 쪽 / 쓰는 쪽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Holding register 0~9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Unity가 씀 → PLC가 읽음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Holding register 10~19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PLC가 씀 → Unity가 읽음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[강사 확인] 채널이 배열 하나로 보이면 0~9와 10~19를 나누어 연결한다. %QW 주소는 I/O Mapping 탭에서 확인한다.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비트 변수 연결 (PLC_PRG)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PLC 변수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연결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레지스터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GVL.ToPlc[0].0 → 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HR0.0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GVL.ToPlc[0].1 → 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GVL.ToPlc[0].2 → 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HR0.2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MoveLeft → GVL.FromPlc[0].0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HR10.0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MoveRight → GVL.FromPlc[0].1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PLC 프로그램의 읽기·쓰기 규칙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ToPlc는 읽기만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값은 Unity가 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PLC가 쓰면 실제 센서를 덮어씀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 관련 코일 금지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FromPlc만 쓰기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LEFT·RIGHT·RESET 명령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LEFT·RIGHT 동시 ON 금지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인터록 접점 필수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검증 순서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Python 모니터로 먼저 확인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그다음 Unity 연결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문제가 생기면 한 단계씩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설정 확인 절차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Build &gt; Build (오류 0개 확인)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Online &gt; Login → 다운로드 → Debug &gt; Start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monitor_hr.py 로 HR0·HR10 읽기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Controller 모드로 통신 시작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연결 램프 녹색, 모니터 값 변화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Login 실패 → SysTray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읽기 실패 → 포트·Bind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Unity 적색 → IP·포트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CODESYS 런타임에서 기억할 숫자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2시간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라이선스 없는 런타임 제한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104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1502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1104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서버 포트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9056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9056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Holding registers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2시간이 지나면 PLC가 멈춘다. 오전·오후 실습 시작 전에 SysTray에서 Stop → Start로 재시작한다.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PLC 데이터 수집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il_collect.py로 PLC의 판단을 CSV로 남긴다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수집 구성: 클라이언트 두 개, 서버 하나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클라이언트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센서 쓰기·명령 읽기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CODESYS PLC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서버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Ladder가 판단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il_collect.py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클라이언트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HR0·HR10 읽기만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il_dataset.csv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센서 상태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PLC 명령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PLC는 그대로 운전하고 Python은 옆에서 읽기만 한다. 수집한 데이터는 5일차 모방학습에 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HR 한 칸 읽기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conveyor_il/il_collect.py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read_hr(client, address):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client.read_holding_registers(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address=address,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count=1,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device_id=DEVICE_ID,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result.isError():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RuntimeError(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f"HR{address} Read Error"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int(result.registers[0])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FC03 읽기 요청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device_id = Unit ID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오류면 예외 발생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0.05초마다 HR0·HR10 읽음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HR10을 행동 번호로 바꾸기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conveyor_il/il_collect.py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decode_action(hr10):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 = (hr10 &gt;&gt; BIT_LEFT) &amp; 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 = (hr10 &gt;&gt; BIT_RIGHT) &amp; 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left == 1 and right == 0: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ACTION_LEFT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left == 0 and right == 1: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ACTION_RIGHT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ACTION_STOP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LEFT만 1 → 1 (LEFT)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RIGHT만 1 → 2 (RIGHT)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그 외 → 0 (STOP)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이 숫자가 Expert 정답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저장되는 CSV 구조</a:t>
            </a:r>
            <a:endParaRPr lang="en-US" sz="3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5943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LastSensor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 /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마지막으로 닿은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 /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명령 (STOP / LEFT / RIGHT)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파일: conveyor_il/il_dataset.csv  ·  Ctrl+C로 종료하면 저장된다.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LastSensor가 필요한 이유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센서 사이(S1=0, S2=0)에서는 센서만 보고 방향을 알 수 없다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LastSensor = 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마지막에 왼쪽 끝에 닿음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지금 오른쪽으로 가는 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명령 = RIGHT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2236851"/>
          </a:xfrm>
          <a:prstGeom prst="roundRect">
            <a:avLst>
              <a:gd name="adj" fmla="val 490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LastSensor = 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마지막에 오른쪽 끝에 닿음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지금 왼쪽으로 가는 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 명령 = LEFT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Lost 상태는 저장하지 않는다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conveyor_il/il_collect.py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Lost 상태는 정상 Expert 동작이 아니므로 제외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workpiece_lost == 0: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data.append([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sensor01,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sensor02,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last_sensor,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action,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sample_count +=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Lost = 비정상 상황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정답 데이터에 섞이면 안 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화면 로그는 계속 출력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100개마다 진행 상황 출력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수집 실습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PLC RUN, Unity Controller 모드 연결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터미널: cd AI_Training/conveyor_il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il_collect.py  (127.0.0.1:1502 접속)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Unity에서 박스를 올려 3~5회 왕복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Ctrl+C → Action Count와 저장 경로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[MODBUS] Connected 출력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[COLLECT] 상태 변화 로그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STOP·LEFT·RIGHT 개수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수집 속도 감 잡기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0.05초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샘플 간격 (SAMPLE_TIME)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104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20개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1104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1초당 샘플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9056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1,200개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9056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1분 수집 시 샘플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같은 상태가 수백 번 반복 저장되므로, 개수보다 다양한 상황(왕복·정지)이 들어갔는지가 중요하다.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5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HMI 모니터링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Unity 화면을 설비 HMI로 읽는 법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HMI가 보여 줘야 하는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연결 상태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제어기와 통신 중인가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끊기면 즉시 눈에 띄게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입력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2개의 ON/OFF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 위치 추정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출력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LEFT·RIGHT 명령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모터가 어느 쪽으로 도는가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이상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박스 이탈(Lost)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알람과 조치 안내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Unity 상태 화면 (SystemStatus_UI.cs)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표시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데이터 출처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Connection 램프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녹색 연결 / 적색 끊김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ModbusController 연결 상태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 Left 램프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녹색 ON / 회색 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HR10.bit0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 Right 램프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녹색 ON / 회색 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HR10.bit1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 01 램프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녹색 ON / 회색 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SensorTrigger (왼쪽)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 02 램프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녹색 ON / 회색 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SensorTrigger (오른쪽)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I/O 맵·모니터 화면 (IOMapUI.cs)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IO MAP 버튼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Controller 모드의 I/O 맵 패널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레지스터 비트와 신호 대응표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MONITOR 버튼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통신 모니터 패널 열기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값 변화를 화면에서 확인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CLOSE 버튼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모든 패널 닫기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시작할 때도 닫힌 상태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HMI로 한 사이클 점검하기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연결 램프가 녹색인지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왼쪽에 놓고 Sensor 01 램프 확인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Move Right 램프가 켜지는지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오른쪽 도착 시 Sensor 02 → Move Left 전환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같은 순간 monitor_hr.py 출력과 비교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램프와 모니터 값 일치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전환이 즉시 일어남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Left·Right 동시 점등 없음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HMI 화면 vs 레지스터 모니터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HMI (Unity 화면)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운전자용, 한눈에 판단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색·램프로 표시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기록이 남지 않음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레지스터 모니터 (Python)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엔지니어용, 숫자로 확인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비트 단위로 정확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파일로 기록 가능 (수집)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현장에서는 둘 다 필요하다. 운전은 HMI로, 원인 분석은 데이터로 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HMI 화면 개선 토의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조별로 지금 화면에 없는 정보 두 가지를 고른다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예시 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Lost 알람 표시등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발생 시각 표시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예시 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왕복 횟수 카운터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마지막 정지 원인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예시 3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통신 끊김 횟수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마지막 재연결 시각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6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알람 설계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이상을 감지하고, 멈추고, 알리고, 복구한다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알람 처리의 다섯 단계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감지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조건 성립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(Lost=1 등)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안전 정지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모터 명령 OFF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표시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HMI·로그에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알람 발생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원인 확인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운전자가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현장 점검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리셋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확인 후 해제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재가동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알람은 표시만이 아니라 정지와 리셋 절차까지 포함해 설계한다.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WorkpieceLost는 어디서 만들어지나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ConveyorURP/Assets/Scripts/BoxDeleteArea.cs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OnTriggerEnter(Collider other)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(!other.CompareTag("Box"))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Workpiece Lost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workpieceLost = true;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Debug.Log(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$"[FAULT] Workpiece Lost : {gameObject.name}"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… (Rigidbody 정지 코드 생략)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Box 즉시 삭제 요청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Destroy(other.gameObject);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양쪽 끝 삭제 영역에 박스 진입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workpieceLost = true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박스는 즉시 삭제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HR0.bit2로 PLC에 전달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RESET으로 알람 해제하기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ConveyorURP/Assets/Scripts/ConveyorResetController.cs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HR10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ushort commandWord =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modbusController.fromController[0];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HR10.bit2 = RESET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reset =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(commandWord &amp; 0x0004) != 0;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Rising Edge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(reset &amp;&amp; !previousReset)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ResetBox();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previousReset = reset;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HR10.bit2 = RESET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0→1 상승 에지에서 한 번 실행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Lost 해제 + 박스 초기 위치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없으면 새로 생성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통신 끊김은 어떻게 알아채나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Unity 쪽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연결 램프가 적색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1초마다 재연결 시도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응답 대기 0.5초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PLC 쪽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Watchdog 옵션 사용 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요청이 없으면 입력을 0으로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0 = 안전 쪽으로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모니터 쪽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읽기 실패 = 끊김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복구 시각도 기록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횟수를 세어 추세 확인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모니터에 알람 판단 더하기 (새 예제)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monitor_hr.py 확장 예  ·  읽기 전용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prev_ok = True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client.read_holding_registers(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address=0, count=20, device_id=1)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 = not r.isError()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ok and prev_ok: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print("[AL-02] 통신 끊김 발생")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ok and not prev_ok: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print("[AL-02] 통신 복구")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ok and (r.registers[0] &gt;&gt; 2) &amp; 1: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print("[AL-01] WorkpieceLost")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prev_ok = ok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time.sleep(0.2)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읽기 실패 → AL-02 발생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다시 성공 → AL-02 복구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HR0.bit2 → AL-01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상태가 바뀔 때만 출력하도록 개선해 보기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알람 설계표 (예시)</a:t>
            </a:r>
            <a:endParaRPr lang="en-US" sz="3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3108960"/>
                <a:gridCol w="292608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코드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알람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감지 조건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조치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해제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AL-01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박스 이탈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HR0.bit2 = 1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모터 정지, 박스 확인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RESET (HR10.bit2)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AL-02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통신 끊김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읽기 실패 / 연결 램프 적색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PLC·Unity·포트 점검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통신 복구 시 자동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AL-03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인터록 위반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HR10 = 3 (LEFT·RIGHT 동시)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Ladder 인터록 점검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원인 수정 후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AL-04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센서 이상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S1·S2 동시 ON 지속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센서·박스 크기 점검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확인 후 수동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AL-03·AL-04는 조별 설계 연습용이다. 현재 프로그램에는 구현되어 있지 않다.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알람 재현과 기록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monitor_hr.py 실행 상태에서 시작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Unity에서 박스를 끝 너머로 밀어 이탈시킴 → AL-01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PLC가 정지하는지, HMI가 어떻게 보이는지 기록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통신을 끊었다가 다시 시작 → AL-02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발생·복구 시각을 알람 설계표에 기록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Lost 후 모터 정지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끊김 시 연결 램프 적색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복구 후 정상 왕복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나는 문제와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모니터: 읽기 실패 반복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755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PLC RUN 여부, 포트 1502, Bind to Adapter OFF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Unity 연결 램프 적색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898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514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514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IP 127.0.0.1·포트 확인, Python 서버가 1502를 쓰고 있지 않은지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HR0 값이 항상 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041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657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657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I/O Mapping에서 HR0~9 → GVL.ToPlc 연결, Writable ON 확인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800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2시간 뒤 갑자기 멈춤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5184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4800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4800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CODESYS 라이선스 없는 런타임 제한. SysTray에서 Stop → Start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Modbus TCP에서 레지스터를 보관하고 요청에 답하는 쪽은 서버인가 클라이언트인가?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0428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HR0 = 6 일 때 Sensor01, Sensor02, Lost 값은?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36976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Unity가 센서 쓰기와 명령 읽기를 한 번에 처리하는 함수 코드는?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96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PLC가 서버일 때 Python 수집기가 HR10에 값을 쓰면 안 되는 이유는?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알람 처리 다섯 단계를 순서대로 쓰시오.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산업통신은 계층마다 다르고, 이 과정은 Modbus TCP를 쓴다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31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레지스터 값은 비트로 풀어 읽는다 (HR0 센서, HR10 명령)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CODESYS 서버: 포트 1502, HR 20개, Writable 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감시·수집은 FC03 읽기만, 쓰기는 제어기만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663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알람은 감지·정지·표시·확인·리셋까지 설계한다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다음 시간  5일차 · AI 제어: 지도학습·모방학습</a:t>
            </a:r>
            <a:endParaRPr lang="en-US" sz="1600" dirty="0"/>
          </a:p>
        </p:txBody>
      </p:sp>
      <p:sp>
        <p:nvSpPr>
          <p:cNvPr id="20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1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Factory Steel">
  <a:themeElements>
    <a:clrScheme name="SmartFactory Steel">
      <a:dk1>
        <a:srgbClr val="1B2733"/>
      </a:dk1>
      <a:lt1>
        <a:srgbClr val="FFFFFF"/>
      </a:lt1>
      <a:dk2>
        <a:srgbClr val="17324D"/>
      </a:dk2>
      <a:lt2>
        <a:srgbClr val="EEF2F5"/>
      </a:lt2>
      <a:accent1>
        <a:srgbClr val="F2A900"/>
      </a:accent1>
      <a:accent2>
        <a:srgbClr val="2E9E6B"/>
      </a:accent2>
      <a:accent3>
        <a:srgbClr val="D64545"/>
      </a:accent3>
      <a:accent4>
        <a:srgbClr val="3D7EA6"/>
      </a:accent4>
      <a:accent5>
        <a:srgbClr val="7A8794"/>
      </a:accent5>
      <a:accent6>
        <a:srgbClr val="C9D3DC"/>
      </a:accent6>
      <a:hlink>
        <a:srgbClr val="1F6FB2"/>
      </a:hlink>
      <a:folHlink>
        <a:srgbClr val="6B4FA0"/>
      </a:folHlink>
    </a:clrScheme>
    <a:fontScheme name="SmartFactory Stee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생산자동화관리 4일차 - 산업통신 및 생산설비 데이터</dc:title>
  <dc:subject>PptxGenJS Presentation</dc:subject>
  <dc:creator>TWINIEX</dc:creator>
  <cp:lastModifiedBy>TWINIEX</cp:lastModifiedBy>
  <cp:revision>1</cp:revision>
  <dcterms:created xsi:type="dcterms:W3CDTF">2026-10-19T04:10:56Z</dcterms:created>
  <dcterms:modified xsi:type="dcterms:W3CDTF">2026-10-19T04:10:56Z</dcterms:modified>
</cp:coreProperties>
</file>