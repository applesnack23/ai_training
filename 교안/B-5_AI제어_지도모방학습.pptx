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1d40d64-dfd1-7830-fc20-b927852630f4}">
          <p14:sldIdLst>
            <p14:sldId id="256"/>
            <p14:sldId id="257"/>
            <p14:sldId id="258"/>
            <p14:sldId id="259"/>
            <p14:sldId id="260"/>
          </p14:sldIdLst>
        </p14:section>
        <p14:section name="1. 스마트 제조와 AI" id="{f8895f7c-fe87-2f5f-9338-4c0a32f3bb9b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. 지도학습: 정답표로 배우기" id="{c42698af-f5d3-30be-dde2-5454b884c11d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3. 지도학습 모델로 제어하기" id="{b5ec47b3-b390-babf-fd62-5103e8693737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4. 모방학습 데이터 수집" id="{6d996b87-6d13-68f7-6491-77420dd47ca2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5. 모방학습 학습과 평가" id="{9db4b7a6-ab66-ab65-9d5f-7d246889b014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6. 모방학습 제어와 비교" id="{a6abbb94-2f35-5655-180c-634143c0da2a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날은 사람이 규칙을 쓰는 대신 데이터로 제어 규칙을 만들게 합니다. 지도학습과 모방학습 두 가지를 직접 실행하고, 1~3일차의 Ladder와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코드를 새로 짜지 않습니다. 준비된 스크립트를 실행하고, 데이터와 결과를 해석하는 데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scikit-learn을 설치하면 joblib도 함께 설치되지만, 명시적으로 함께 적어 두었습니다. 화면이 없는 환경에서는 그래프가 PNG 파일로 저장되도록 코드를 고쳐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Python이 Modbus 서버가 됩니다. CODESYS 런타임이 1502 포트를 쓰고 있으면 Python 서버가 시작되지 않으니 먼저 SysTray에서 Stop합니다.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방식은 경쟁 관계가 아니라 보완 관계입니다. 현장에서는 안전 인터록은 규칙으로, 판단이 복잡한 부분은 AI로 나누는 경우가 많습니다.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지도학습과 모방학습을 실습합니다. 강화학습은 개념만 비교하고, 실습은 기초실습 과정에서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모방학습은 전문가의 실수까지 배운다는 점이 중요합니다. 4교시에 시범 데이터를 모을 때 이 점을 꼭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PLC의 입력 읽기, 프로그램 실행, 출력 쓰기와 그대로 대응합니다. 수강생에게 1일차 스캔 사이클 그림과 나란히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AI 스크립트가 이 세 가지 상태와 세 가지 행동을 같은 방식으로 씁니다. 그래서 모델을 바꿔 끼워도 제어 루프는 그대로입니다.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아이디어가 오늘 실습 전체의 핵심입니다. 모델에게 필요한 정보가 입력에 없으면 아무리 학습해도 맞출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결정트리는 결과가 if-else 규칙으로 바뀌기 때문에 제조 현장에서 설명하기 좋습니다. 입력이 세 개뿐이라 깊이 5면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작은 문제라서 AI의 원리를 눈으로 확인하기 좋습니다. 입력이 많아지면 같은 방법으로도 사람이 규칙을 쓰기 어려워집니다.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지도학습은 사람이 규칙을 알고 있을 때 쓰기 좋습니다. 오늘은 사람이 아는 왕복 규칙을 표로 적어 모델에게 가르칩니다.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프로젝트에 들어 있는 실제 파일 내용입니다. 4줄이 1일차 Ladder의 왕복 규칙과 같은 뜻인지 수강생과 하나씩 대조해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인터록은 정답표에 직접 나타나지 않습니다. 모델은 행동 하나만 고르기 때문에 LEFT와 RIGHT가 동시에 나오지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입력 열 세 개와 정답 열 하나를 나눈 뒤 결정트리에 학습시킵니다. 학습이 끝나면 joblib로 모델을 conveyor_sl_model.pkl 파일에 저장합니다.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sl_train.py는 학습 데이터 전체로 평가하므로 정확도가 1.0이 나오는 것이 정상입니다. 따로 검증 데이터를 나누지 않는다는 점을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수강생이 파일을 지웠거나 새 폴더에서 시작하면 이 메시지를 보게 됩니다. 규칙표를 직접 쓰는 것 자체가 지도학습의 본질이므로 실습 과제로 바꿔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정답은 슬라이드 하단에 작게 넣었습니다. 가린 채로 먼저 풀게 하세요. 다 채우면 sl_dataset.csv로 저장하고 다시 학습시킵니다.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모르는 상황에서도 답을 냅니다. 그래서 Lost 같은 안전 조건은 모델 밖에서 코드로 먼저 처리합니다. 다음 교시에 sl_run.py에서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어제까지는 PLC가 서버였고 오늘은 Python이 서버입니다. Unity 입장에서는 접속하는 주소와 포트가 같으므로 아무것도 바꿀 필요가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실제 코드는 한 줄씩 펼쳐 써 있어 길기 때문에 같은 내용을 한 화면에 들어오게 정리했습니다. 학습 때와 같은 열 이름으로 입력을 만드는 것이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모델은 숫자 하나만 고르므로 LEFT와 RIGHT가 동시에 켜질 수 없습니다. Ladder에서 인터록 접점이 하던 일을 구조적으로 보장하는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박스가 이탈하면 모델 판단 전에 정지 명령을 씁니다. 안전 조건을 AI에 맡기지 않는다는 원칙을 코드로 보여 주는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서버를 먼저 켜고 Unity를 나중에 연결합니다. 순서가 바뀌어도 Unity가 1초마다 재연결을 시도하므로 잠시 기다리면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정답표가 Ladder와 같은 규칙이므로 동작도 같아야 합니다. 다르면 정답표 Label을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변경의 문턱이 낮아지는 것이 데이터 기반 제어의 장점이자 위험입니다. 현장에서는 변경 승인 절차가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지도학습은 사람이 규칙을 알아야 했지만, 모방학습은 운전만 할 줄 알면 됩니다. 규칙을 말로 설명하기 어려운 숙련 작업에 특히 유용합니다.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키보드 방법을 기본으로 합니다. 4일차에 PLC로 수집한 데이터가 있으면 그것을 써도 됩니다. 두 파일 모두 같은 형식의 il_dataset.csv를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키를 누를 때마다 [EXPERT] 로그가 찍힙니다. 종료할 때 모터를 멈추는 명령을 보낸 뒤 CSV를 저장합니다.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키보드 입력은 별도 스레드에서 받고, 마지막으로 누른 행동을 0.05초마다 HR10에 씁니다. 종료 키는 X, Q, Ctrl+C 세 가지입니다.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터미널 창에 포커스가 있어야 키가 인식됩니다. Unity 창을 클릭한 뒤에는 다시 터미널을 클릭하세요.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PLC를 전문가로 쓰면 실수 없는 시범을 얻을 수 있습니다. 두 방법으로 모은 데이터를 비교해 보는 것도 좋은 토론 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모방학습은 시범의 질을 넘어설 수 없습니다. 종료 키는 모두 저장하므로, 실수가 많았다면 파일을 지우고 처음부터 다시 수집하도록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지도학습 표의 Label 열이 여기서는 Action 열입니다. 이름만 다르고 역할은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모방학습 데이터는 수백~수천 줄이라 검증용을 따로 떼어 낼 수 있습니다. 이것이 sl_train.py와의 가장 큰 차이입니다.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random_state를 42로 고정해 같은 CSV면 매번 같은 샘플이 검증용으로 뽑힙니다. stratify 덕분에 STOP, LEFT, RIGHT가 각각 8대 2로 나뉩니다.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scikit-learn은 검증 개수를 올림으로 정합니다. 그래서 실제 비율이 정확히 80 대 20이 아닐 수 있고, il_train.py가 이 계산 과정을 그대로 출력합니다. 1,037은 설명용 예시 숫자입니다.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행동마다 거의 8 대 2로 나뉜 것을 확인합니다. il_train.py가 이 표를 그대로 출력합니다.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정확도는 예측이 전문가 행동과 같은 샘플의 비율입니다. il_train.py는 맞힌 개수와 전체 개수를 함께 보여 주므로 퍼센트가 어떻게 나왔는지 바로 확인할 수 있습니다. 178/208은 예시 데이터의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데이터의 결과입니다. 같은 상태 [0,0,1]에서 어떤 때는 STOP, 어떤 때는 RIGHT를 눌렀다면 모델은 더 많은 쪽을 고릅니다. 정확도가 낮은 원인이 모델이 아니라 시범의 일관성에 있다는 것을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무작위로 섞어 나누면 검증 데이터의 상태가 학습 데이터에 거의 그대로 있습니다. 그래서 최종 평가는 실제 제어 결과로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화면이 없는 환경에서는 그래프가 PNG 파일로 저장됩니다. POLICY TEST는 대표 상태 4개에서 모델이 고르는 행동을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그래프에서 같은 상태에 여러 행동이 섞인 부분이 혼동행렬의 오답과 연결됩니다. 학습 전에 데이터를 먼저 보는 습관을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지도학습 제어와 구조가 같고, 불러오는 모델 파일만 conveyor_il_model.pkl로 바뀝니다. 모델이 0, 1, 2 이외의 값을 내면 오류로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il_run.py는 박스가 이탈하면 정지 후 RESET 비트를 0.2초 켜서 Unity가 박스를 다시 놓게 합니다. 5초 안에 Lost가 풀리지 않으면 계속 정지 상태로 기다립니다.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시범에서 끝에서 잠깐 멈췄다면 모델도 멈출 수 있습니다. 모델의 버릇이 곧 시범자의 버릇이라는 점을 관찰하게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조별 비교표의 예시입니다. 수강생은 자기 실습 결과(왕복 성공 여부, 관찰한 차이)를 한 줄 더 넣어 완성합니다.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sl_run.py와 il_run.py 모두 Lost 처리는 모델 밖의 규칙 코드였습니다. 이 구조가 현장 적용의 기본 형태입니다.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평가는 비교표 30%에 해당합니다. 결과가 좋은지보다 차이를 데이터로 설명했는지를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문제의 대부분은 1502 포트 충돌입니다. 서버는 하나만이라는 규칙을 다시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
Q1. 지도학습: 사람이 작성한 정답표 / 모방학습: 전문가(사람 또는 PLC)의 실제 운전 행동
Q2. 센서 사이(S1=0, S2=0)에서는 센서만으로 이동 방향을 알 수 없고, 모델은 기억이 없기 때문
Q3. Validation = ceil(500 × 0.2) = 100, Train = 500 − 100 = 400
Q4. random_state: 같은 CSV면 매번 같은 분할 / stratify: 행동별 비율을 Train·Validation에 똑같이 유지
Q5. 안전 조건은 AI 판단에 맡기지 않고 규칙으로 먼저 처리해야 하기 때문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컨베이어 하나로 PLC부터 AI까지 제어 주체를 바꿔 왔습니다. 마지막으로 수강생 각자 현장에 적용할 아이디어 하나씩을 말하게 하고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생산자동화관리  ·  5일차  공정·설비 관리 및 스마트 제조 — AI 제어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www.python.org/downloads/" TargetMode="External"/><Relationship Id="rId2" Type="http://schemas.openxmlformats.org/officeDocument/2006/relationships/hyperlink" Target="https://scikit-learn.org/stable/install.html" TargetMode="External"/><Relationship Id="rId3" Type="http://schemas.openxmlformats.org/officeDocument/2006/relationships/hyperlink" Target="https://matplotlib.org/stable/install/index.html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생산자동화관리  ·  5일차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공정·설비 관리 및 스마트 제조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AI 제어: 지도학습과 모방학습으로 컨베이어를 움직인다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5일 × 6시간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규칙 기반 제어와 데이터 기반 AI 제어의 차이를 설명한다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지도학습·모방학습 모델을 학습시켜 디지털트윈을 제어한다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Ladder·지도학습·모방학습을 비교표로 정리한다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지도학습 모델 conveyor_sl_model.pkl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시범 데이터 il_dataset.csv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모방학습 모델 conveyor_il_model.pkl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제어 방식 비교표 (조별 발표)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Python에 데이터·AI 패키지를 더한다. 모두 무료이며 Windows·Ubuntu·macOS에서 동작한다.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Python 3.12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pymodbus 3.16.1은 3.10 이상 필요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4일차에 설치한 Python 사용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없으면 3.12 설치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Windows: "Add python.exe to PATH" 체크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python --version 확인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pandas · scikit-learn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데이터 표 처리 · 결정트리 학습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pandas scikit-learn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pandas: CSV 읽기·집계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scikit-learn: 학습·평가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joblib: 모델 저장 (함께 설치됨)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scikit-learn.org (설치 안내)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matplotlib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학습 결과 그래프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matplotlib joblib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그래프 창이 뜨지 않으면 PNG로 저장됨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Ubuntu 창 표시: sudo apt install python3-tk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0580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matplotlib.org (설치 안내)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패키지 설치와 확인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4일차 가상환경(.venv)을 그대로 쓴다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AI_Training 폴더에서 가상환경 활성화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pip install pymodbus pandas scikit-learn matplotlib joblib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-c "import sklearn, pandas; print(sklearn.__version__)"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PLC는 Stop (1502 포트를 Python이 씀)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빌드본 실행, Controller 모드 준비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import 오류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CODESYS 런타임 정지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1502 포트 서버는 하나만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스마트 제조와 AI: 규칙 기반 vs 데이터 기반, 지도·모방·강화학습 비교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지도학습: 사람이 만든 규칙표로 결정트리 학습 (sl_train.py)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지도학습 모델로 디지털트윈 제어 (sl_run.py)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모방학습 데이터 수집: 키보드 Expert 또는 PLC 동작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모방학습 학습·평가: 계산식, 혼동행렬, 그래프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실습·평가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모방학습 모델로 제어, Ladder·지도·모방 비교표 발표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스마트 제조와 AI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규칙을 사람이 쓰는가, 데이터가 만드는가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규칙 기반 제어 vs 데이터 기반 제어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규칙 기반 (Ladder)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사람이 조건과 동작을 직접 작성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동작 이유를 한 줄씩 설명 가능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조건이 많아지면 프로그램이 복잡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1~3일차에 만든 방식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데이터 기반 (AI)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데이터에서 규칙을 자동으로 찾음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사람 시범이나 정답표만 있으면 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데이터가 틀리면 동작도 틀림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오늘 만들 방식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AI가 제어를 배우는 세 가지 방법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지도학습 (SL)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사람이 상황별 정답표를 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표를 그대로 외워 일반화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오늘 2·3교시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모방학습 (IL)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전문가가 직접 운전하는 것을 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그 시범을 따라 하도록 학습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오늘 4~6교시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강화학습 (RL)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정답 없이 보상만 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시행착오로 스스로 학습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기초실습 과정 5일차 (PPO)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세 가지 학습 방법 비교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01752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지도학습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모방학습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강화학습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데이터 출처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사람이 쓴 정답표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전문가 운전 기록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환경과의 상호작용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정답(레이블)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사람이 직접 지정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전문가의 행동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없음 (보상만)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준비 노력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규칙을 알아야 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운전만 하면 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보상 설계·긴 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이 과정 파일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conveyor_sl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conveyor_il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conveyor_rl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약점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표에 없는 상황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시범의 실수까지 배움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학습 시간이 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 제어 루프: 읽고, 판단하고, 쓴다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HR0 읽기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Unity 센서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S1·S2·Lost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상태 만들기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[S1, S2,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LastSensor]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모델 판단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model.predict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→ 0·1·2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HR10 쓰기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STOP·LEFT·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RIGHT 비트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0.05초 대기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다시 처음으로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Ladder의 스캔 사이클과 같은 구조다. 가운데 판단 부분만 Ladder 대신 학습된 모델이 맡는다.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상태와 행동 정의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219456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LastSensor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마지막으로 닿은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행동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 / LEFT / 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행동 → HR10:  STOP = 0,  LEFT = 1 (bit0),  RIGHT = 2 (bit1)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왜 LastSensor가 필요한가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센서 사이(S1=0, S2=0)에서는 센서만으로 방향을 알 수 없다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Ladder는 기억이 있다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자기유지로 이동 방향 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센서가 꺼져도 코일이 살아 있음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모델은 기억이 없다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지금 입력만 보고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같은 [0, 0]이 두 가지 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해결: 기억을 입력에 넣기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마지막 센서를 LastSensor로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Python 코드가 매번 갱신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결정트리: 스스로 만든 if-else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두 학습 모두 scikit-learn의 DecisionTreeClassifier(max_depth=5)를 쓴다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학습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데이터를 가장 잘 나누는 질문을 찾음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LastSensor가 1인가?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결과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질문을 이어 붙인 나무 구조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깊이는 최대 5단계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장점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구조를 그려 볼 수 있음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Ladder처럼 설명하기 쉬움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AI가 다루는 문제의 크기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3개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입력 (S1, S2, LastSensor)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3개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행동 (STOP, LEFT, RIGHT)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8가지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가능한 상태 조합 (2 × 2 × 2)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상태가 8가지뿐이라 작은 표로도 학습할 수 있다. 실제 설비는 입력이 수십~수백 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지도학습: 정답표로 배우기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sl_dataset.csv + sl_train.py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지도학습은 정답이 있는 문제집으로 공부한다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문제 (입력)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Sensor01, Sensor02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LastSensor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정답 (Label)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그 상황에서 해야 할 행동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사람이 직접 적음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학습 결과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문제 → 정답 대응을 일반화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모델 파일로 저장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실제 정답표: sl_dataset.csv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645920"/>
                <a:gridCol w="1737360"/>
                <a:gridCol w="4754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LastSensor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해석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 (RIGHT)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도착 → 오른쪽으로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 (RIGHT)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왼쪽에서 출발해 이동 중 → 계속 오른쪽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 (LEFT)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도착 → 왼쪽으로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 (LEFT)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오른쪽에서 출발해 이동 중 → 계속 왼쪽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파일: AI_Training/conveyor_sl/sl_dataset.csv  ·  단 4줄이 컨베이어 왕복 규칙 전체다.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정답표와 Ladder는 같은 규칙이다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Ladder (1일차)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 → RIGHT 자기유지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 → LEFT 자기유지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LEFT·RIGHT 인터록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정답표 (sl_dataset.csv)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S1=1 또는 Last=1 →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S2=1 또는 Last=2 → LEFT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동시 출력은 표에 없음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같은 지식을 Ladder는 회로로, 지도학습은 표로 표현한다.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sl_train.py: 입력과 정답을 나누고 학습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conveyor_sl/sl_train.py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"Sensor01",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"Sensor02",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"LastSensor",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Label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df["Label"]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DecisionTreeClassifier(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max_depth=5,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X = 입력 3개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y = 정답 Label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결정트리 깊이 최대 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학습 후 conveyor_sl_model.pkl 저장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지도학습 실행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AI_Training/conveyor_sl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sl_dataset.csv 열어서 4줄 확인 (메모장·엑셀)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sl_train.py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Samples : 4, Accuracy 출력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conveyor_sl_model.pkl 생성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Accuracy 1.0000 기대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Confusion Matrix 대각선만 값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모델 파일 생성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[주의] 안내 메시지 속 make_dataset.py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현상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CSV가 없으면 "Run make_dataset.py first."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그러나 이 파일은 프로젝트에 없음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대처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sl_dataset.csv를 직접 작성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헤더: Sensor01,Sensor02,LastSensor,Label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이 실습의 핵심 활동으로 활용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연습: 정답표 직접 채우기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LastSensor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Label (직접 작성)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정답: 2, 2, 1, 1  ·  0 = STOP, 1 = LEFT, 2 = RIGHT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생각해 보기: 표에 없는 상황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정답표에는 S1=1·S2=1 같은 상황이 없다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모델의 행동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학습한 질문 순서대로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표에 없어도 무언가는 출력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위험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사람이 의도하지 않은 행동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현장에서는 사고로 이어짐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대책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예외 상황도 표에 추가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안전 조건은 규칙으로 따로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지도학습 모델로 제어하기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sl_run.py가 Modbus 서버가 되어 Unity를 움직인다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sl_run.py 구성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클라이언트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HR0 쓰기·HR10 읽기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modbus_server.py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서버 (1502)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레지스터 보관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제어 루프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0.05초마다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읽기·판단·쓰기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SL 모델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conveyor_sl_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model.pkl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sl_run.py는 공통 서버(modbus_server.py)를 띄우고, 같은 프로그램 안에서 제어 루프를 함께 실행한다.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상태 만들기 → 판단 → HR10 쓰기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conveyor_sl/sl_run.py (발췌·정리)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LastSensor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sensor01 == 1: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last_sensor = 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sensor02 == 1: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last_sensor = 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pd.DataFrame(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[[sensor01, sensor02, last_sensor]],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columns=["Sensor01", "Sensor02", "LastSensor"],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Inference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= int(model.predict(state)[0])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Action -&gt; HR10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= action_to_command(action)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write_hr(HR_COMMAND, command)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센서가 켜질 때 LastSensor 갱신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표와 같은 열 이름으로 입력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predict 결과 0·1·2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비트로 바꿔 HR10에 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행동 번호를 HR10 비트로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conveyor_sl/sl_run.py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action_to_command(action):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ACTION_STOP: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ACTION_LEFT: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&lt;&lt; BIT_LEFT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ACTION_RIGHT: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&lt;&lt; BIT_RIGHT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 → 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 → 1 (bit0)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RIGHT → 2 (bit1)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LEFT·RIGHT 동시는 만들 수 없음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안전 조건은 모델보다 먼저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conveyor_sl/sl_run.py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Workpiece Lost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workpiece_lost: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write_hr(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HR_COMMAND,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lost_printed: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print("[FAIL] Workpiece Lost")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lost_printed = True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Lost면 모델을 쓰지 않음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 = 0 → 즉시 정지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로그는 한 번만 출력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Ladder의 Lost 접점과 같은 역할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지도학습 모델로 제어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런타임 Stop 확인 (1502 비우기)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AI_Training/conveyor_sl  →  python sl_run.py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"SL CONTROLLER STARTED" 출력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Controller 모드로 통신 시작, 박스 올리기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[SL] 로그와 Unity 움직임 비교, Ctrl+C로 종료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연결 램프 녹색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왕복이 Ladder와 같음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Lost 시 즉시 정지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관찰 포인트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로그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[SL] S1 S2 Last -&gt; 행동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상태가 바뀔 때만 출력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Unity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끝 센서에서 방향 전환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사이에서 방향 유지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비교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1일차 Ladder와 같은 동작인가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전환 지연이 있는가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Ladder와 지도학습: 바꾸고 싶을 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Ladder를 고칠 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CODESYS에서 회로 수정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PLC에 다시 다운로드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전문 지식 필요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지도학습을 고칠 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정답표(CSV) 한 줄 수정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sl_train.py 다시 실행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표만 알면 누구나 가능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다만 표가 틀리면 모델도 틀린다. 수정한 표는 반드시 검토한다.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모방학습 데이터 수집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전문가의 운전을 그대로 기록한다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모방학습은 시범을 보고 따라 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전문가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키보드로 직접 운전하는 사람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또는 잘 동작하는 PLC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기록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0.05초마다 (상태, 행동)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il_dataset.csv에 저장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학습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상태 → 전문가 행동을 학습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5교시 il_train.py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두 가지 수집 방법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키보드 Expert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il_collect_manual.py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Python이 Modbus 서버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사람이 A·S·D로 운전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필요 없음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PLC Expert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il_collect.py (4일차)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PLC가 서버, Python은 읽기만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Ladder가 운전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CODESYS 런타임 필요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키보드 조작 (il_collect_manual.py)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64592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행동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HR10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왼쪽으로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멈춤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오른쪽으로 이동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X 또는 Q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저장 후 종료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Ctrl+C도 저장 후 종료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Enter 없이 바로 인식한다. Windows·Ubuntu·macOS 모두 터미널에서 실행한다.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키 → 행동 → HR10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conveyor_il/il_collect_manual.py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KEY_ACTIONS =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"a": ACTION_LEFT,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"s": ACTION_STOP,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"d": ACTION_RIGHT,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QUIT_KEYS = ("x", "q", "\x03")      # x, q, Ctrl+C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encode_action(action):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ACTION_LEFT: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&lt;&lt; BIT_LEFT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action == ACTION_RIGHT: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 &lt;&lt; BIT_RIGHT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a·s·d를 행동 번호로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x·q·Ctrl+C는 종료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행동을 HR10 비트로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il_run.py와 같은 변환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A: 키보드로 시범 데이터 모으기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런타임 Stop (1502 비우기)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AI_Training/conveyor_il  →  python il_collect_manual.py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Controller 모드로 연결, 박스를 왼쪽 끝에 놓기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D로 오른쪽 → 끝에서 A로 왼쪽, 5회 이상 왕복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X로 저장, Action Count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[MODBUS] Server listening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[COLLECT] 상태 로그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STOP·LEFT·RIGHT 모두 기록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B: PLC 운전을 기록하기 (선택)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PLC RUN (1일차 왕복 Ladder)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Controller 모드 연결, 박스 올리기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il_collect.py  (PLC에 읽기 전용 접속)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3~5회 왕복 후 Ctrl+C로 저장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Action Count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PLC 동작은 그대로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Python은 읽기만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같은 il_dataset.csv 형식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좋은 시범 데이터의 조건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일관성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같은 상황에서 같은 행동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끝 센서에서 바로 전환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다양성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왕복을 여러 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양쪽 끝·이동 중 모두 포함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실수 줄이기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엉뚱한 키는 그대로 학습됨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실수하면 다시 수집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수집 결과 파일: il_dataset.csv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43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LastSensor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마지막으로 닿은 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전문가 행동 (STOP / LEFT / RIGHT)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WorkpieceLost 상태의 샘플은 저장하지 않는다. 정상 시범만 학습에 쓴다.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모방학습 학습과 평가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il_train.py가 보여 주는 숫자를 읽는 법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il_train.py 처리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CSV 읽기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il_dataset.csv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입력·정답 분리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X = 3열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y = 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Train / Val 분할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80% / 20%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stratify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학습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결정트리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max_depth=5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평가·저장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정확도·혼동행렬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.pkl 저장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지도학습과 달리 데이터를 나누어, 학습에 쓰지 않은 20%로 실력을 확인한다.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데이터 나누기와 모델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conveyor_il/il_train.py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VALIDATION_RATIO = 0.20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X_val, y_train, y_val = train_test_split(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test_size=VALIDATION_RATIO,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random_state=RANDOM_STATE,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stratify=y,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DecisionTreeClassifier(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max_depth=5,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random_state=RANDOM_STATE,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20%를 검증용으로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random_state=42: 매번 같은 분할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stratify=y: 행동 비율 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모델은 지도학습과 같음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샘플 수 계산식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예: 전체 1,037개, 검증 비율 0.2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Validation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ceil(전체 × 비율)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ceil(1037 × 0.2) = ceil(207.4)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= 208개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Train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전체 − Validation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1037 − 208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= 829개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실제 비율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829 / 1037 = 79.94%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208 / 1037 = 20.06%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올림 때문에 조금 어긋남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행동별 샘플 수 (stratify 예시)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Train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Validation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455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364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91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432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345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87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합계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1,037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829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208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설명용 예시 데이터로 실행한 결과다. 수강생 데이터에서는 숫자가 다르게 나온다.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정확도 계산식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conveyor_il/il_train.py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Accuracy = 정답 개수 / 전체 개수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train_correct = int(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(train_pred == y_train.to_numpy()).sum()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val_correct = int(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(val_pred == y_val.to_numpy()).sum()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정확도 = 맞힌 수 / 전체 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178 / 208 = 85.58%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틀린 샘플 수도 함께 출력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그래프 막대 위에도 표시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혼동행렬 읽기 (Validation 예시)</a:t>
            </a:r>
            <a:endParaRPr lang="en-US" sz="3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정답 \ 예측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91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87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대각선 = 맞힘. STOP 30개를 모두 LEFT·RIGHT로 예측했다 → 같은 상태에서 전문가가 STOP과 이동을 섞어 눌렀기 때문.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Validation 점수를 볼 때 주의할 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상태가 8가지뿐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같은 상태가 수백 번 반복 저장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검증 데이터도 학습과 거의 같음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점수의 의미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"처음 보는 상황"보다는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"시범이 얼마나 일관됐나"에 가까움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더 정직한 평가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실제로 Unity를 운전시켜 보기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6교시 il_run.py로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학습하고 그래프 보기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AI_Training/conveyor_il  →  python il_train.py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[계산식] 줄에서 Train·Validation 샘플 수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ACCURACY와 혼동행렬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그래프 창(또는 il_train_result.png)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il_visualize.py 로 데이터 분포 보기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conveyor_il_model.pkl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POLICY TEST 4줄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그래프 3개 (il_visualize)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il_visualize.py 그래프 3개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1. 행동 분포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STOP·LEFT·RIGHT 개수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한쪽에 치우쳤는지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2. 상태별 행동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상태마다 어떤 행동을 했나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같은 상태 다른 행동 찾기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3. 행동 타임라인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시간 순서의 행동 변화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왕복이 규칙적인지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모방학습 제어와 비교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il_run.py로 운전하고, 세 가지 방식을 비교한다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il_run.py: 판단과 출력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conveyor_il/il_run.py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[sensor01, sensor02, last_sensor]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state_df = pd.DataFrame(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[state], columns=["Sensor01", "Sensor02", "LastSensor"]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= int(model.predict(state_df)[0])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action not in ACTION_NAMES: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ValueError(f"Invalid model action: {action}")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= action_to_command(action)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write_hr(server, HR_COMMAND, command)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sl_run.py와 같은 제어 루프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모델 파일만 다름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잘못된 행동 번호는 오류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0.05초 주기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박스 이탈 시 자동 리셋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conveyor_il/il_run.py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reset_state == "normal" and workpiece_lost: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print("[FAIL] Workpiece Lost -&gt; STOP + RESET", flush=True)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write_hr(server, HR_COMMAND, 0)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write_hr(server, HR_COMMAND, 1 &lt;&lt; BIT_RESET)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reset_state = "reset_pulse"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reset_pulse_deadline = now + RESET_PULSE_SECONDS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reset_timeout_deadline = now + RESET_TIMEOUT_SECONDS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 → 정지 + RESET 펄스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RESET은 0.2초 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5초 안에 Lost가 풀려야 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안 풀리면 정지 유지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모방학습 모델로 제어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 런타임 Stop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il_run.py  ("IL CONTROL START" 확인)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Controller 모드 연결, 박스 올리기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[STATE] 로그와 Unity 움직임 비교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일부러 이탈시켜 자동 리셋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내 시범처럼 움직이는가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끝에서 머뭇거림이 있는가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리셋 후 다시 운전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세 가지 제어 방식 비교</a:t>
            </a:r>
            <a:endParaRPr lang="en-US" sz="3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Ladder (PLC)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지도학습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모방학습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규칙을 만드는 주체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엔지니어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정답표 작성자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운전하는 전문가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필요한 것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PLC 지식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규칙 지식 + 표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운전 시범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수정 방법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회로 수정·다운로드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CSV 수정·재학습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다시 시범·재학습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설명 가능성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매우 높음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높음 (결정트리)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높음 (결정트리)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약점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복잡해지면 관리 어려움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표에 없는 상황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시범의 실수까지 학습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현장에서는 어떻게 나눠 쓰나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규칙(PLC)에 둘 것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안전 정지·인터록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법규·인증이 필요한 동작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AI에 맡길 것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숙련자의 감각적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조건이 너무 많은 판단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함께 쓰기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AI가 제안, PLC가 최종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Lost 같은 안전은 항상 규칙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조별 과제: 비교표 작성과 발표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Ladder·지도학습·모방학습 각각으로 3회 왕복 실행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왕복 성공 여부와 눈에 띈 차이 기록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모방학습 혼동행렬에서 오답 원인 한 가지 찾기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비교표 완성 (앞 슬라이드 양식 + 실습 결과)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조별 3분 발표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세 방식 모두 실행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오답 원인 설명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현장 적용 아이디어 1개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Address already in use (1502)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755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CODESYS 런타임이나 다른 Python 서버가 실행 중. 하나만 남기고 종료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Model not found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514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514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먼저 학습 실행: sl_train.py 또는 il_train.py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키보드 입력이 안 먹힘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41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657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657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터미널 창을 클릭해 포커스 맞추기. IDE 출력창이 아닌 터미널에서 실행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00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Dataset not found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5184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800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800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il_collect_manual.py로 수집 후 X로 저장, sl_dataset.csv는 직접 작성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지도학습과 모방학습의 정답(레이블)은 각각 어디서 오는가?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모델 입력에 LastSensor가 필요한 이유는?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전체 500개, 검증 비율 0.2일 때 Train·Validation 샘플 수는?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random_state=42와 stratify=y는 각각 무엇을 보장하는가?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sl_run.py와 il_run.py에서 Lost 처리를 모델보다 먼저 하는 이유는?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5일 과정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1일차 · 자동화 시스템 구성과 스마트팩토리·디지털트윈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2일차 · 전장·센서·액추에이터와 PLC I/O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3일차 · CODESYS Ladder 순차제어·인터록, 가상 시운전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4일차 · Modbus TCP 데이터 수집, HMI, 알람 설계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5일차 · 지도학습·모방학습으로 AI 제어, 방식 비교</a:t>
            </a:r>
            <a:endParaRPr lang="en-US" sz="18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생산자동화관리 5일차 - 공정·설비 관리 및 스마트 제조 — AI 제어</dc:title>
  <dc:subject>PptxGenJS Presentation</dc:subject>
  <dc:creator>TWINIEX</dc:creator>
  <cp:lastModifiedBy>TWINIEX</cp:lastModifiedBy>
  <cp:revision>1</cp:revision>
  <dcterms:created xsi:type="dcterms:W3CDTF">2026-10-19T04:10:57Z</dcterms:created>
  <dcterms:modified xsi:type="dcterms:W3CDTF">2026-10-19T04:10:57Z</dcterms:modified>
</cp:coreProperties>
</file>