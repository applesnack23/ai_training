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284b463-4a26-ec38-2add-93401509cce1}">
          <p14:sldIdLst>
            <p14:sldId id="256"/>
            <p14:sldId id="257"/>
            <p14:sldId id="258"/>
            <p14:sldId id="259"/>
            <p14:sldId id="260"/>
          </p14:sldIdLst>
        </p14:section>
        <p14:section name="1. Ladder 기본 명령과 스캔" id="{ddf67d7f-05fc-ba8e-0eb4-f287e0ceb4b9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2. 실습 · 자기유지와 인터록" id="{46977bb5-0440-c467-d16a-571580cd9080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3. 실습 · 순차제어, 타이머·카운터" id="{be988dc6-0a61-88fa-df8f-559c2e2a87f2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4. 실습 · 자동운전" id="{13ce94c3-6cc8-c13a-36fd-16fdf8bb8a51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5. 실습 · 가상 시운전" id="{a89abf19-12b6-1599-9253-11d76f0fa16b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6. 점검 · 이상 시나리오" id="{c227a485-4919-e571-c2ec-1685b7090614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만든 I/O 매핑 위에 오늘은 실제 제어 로직을 올립니다. 마지막에는 디지털트윈으로 가상 시운전을 하고 이상 상황까지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목표가 생산자동화관리 과정에서 특히 중요합니다. 프로그램을 짜는 것보다 프로그램이 이상 상황에서 어떻게 동작하는지 확인하는 능력이 관리자에게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서버(il_collect_manual.py 등)가 켜져 있으면 1502 포트가 겹칩니다. 오늘은 CODESYS PLC만 서버로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어제 프로젝트가 없는 수강생에게는 강사가 준비한 매핑 완료 프로젝트를 나눠 줍니다. 새 이름으로 저장해 두면 실습 중 실수해도 되돌아갈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1교시만 이론이고 나머지는 하나의 프로젝트를 계속 키워 가는 실습입니다. 6교시에는 일부러 고장을 내 보고 대응을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Ladder는 어제 본 릴레이 시퀀스 회로를 그대로 그림으로 옮긴 언어입니다. 그래서 전기 도면을 읽을 수 있으면 Ladder도 읽을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스캔 순서가 결과에 영향을 준다는 점을 처음부터 짚어 둡니다. 오늘 오후 인터록에서 이 순서가 실제로 중요해집니다.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접점은 조건, 코일은 결과입니다. 이 두 가지만으로 대부분의 시퀀스를 만들 수 있고, 시간과 횟수가 필요할 때 기능 블록을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논리 연산 용어를 처음 듣는 수강생도 있으므로 전기 회로의 직렬·병렬로 먼저 설명하고 AND·OR 이름을 붙여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릴레이 접점은 개수 제한이 있지만 PLC 변수는 몇 번이든 접점으로 쓸 수 있다는 점이 Ladder의 큰 장점입니다.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이중 코일은 컴파일 오류가 나지 않아 찾기 어렵습니다. 출력 하나는 코일 하나에서만 결정한다는 규칙을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이름은 CODESYS 버전에 따라 조금 다를 수 있습니다. 화면을 함께 보며 한 번 따라 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교재에서는 Ladder를 텍스트로 표기합니다. 세로선이 병렬, 가로로 이어진 것이 직렬이라는 표기 규칙을 먼저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2교시부터 실습입니다. 어제의 매핑 네트워크 사이에 자동 왕복의 핵심인 네트워크 4와 5를 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신호가 짧게 들어온다는 점이 자기유지가 필요한 이유입니다. 박스가 센서를 벗어나면 Sensor01이 꺼지지만 MoveRight는 유지되어야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두 네트워크가 오늘의 핵심입니다. 각 접점이 왜 필요한지 하나씩 지워 보면서 무슨 일이 생기는지 질문하면 이해가 빨라집니다.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접점마다 역할이 하나씩 있습니다. 관리자는 이 표처럼 조건을 하나씩 설명할 수 있어야 협력업체가 만든 프로그램을 검토할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1교시에 배운 스캔 순서가 여기서 실제로 쓰입니다. 위 네트워크의 결과가 아래 네트워크 계산에 바로 반영되는 것을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Login할 때 다운로드 여부를 묻는 창이 뜨면 예를 누릅니다. 박스가 양 끝 센서 사이에서 출발하면 움직이지 않는 것이 정상입니다.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왕복 로직이 Python에서는 열 줄 남짓입니다. 1일차 시연에 썼던 이 스크립트와 오늘의 Ladder가 같은 일을 한다는 점만 보여 주고 넘어갑니다. 이 스크립트에는 인터록·Lost 조건이 없다는 차이도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규모가 작다는 점을 숫자로 보여 줘서 부담을 줄입니다. 3교시부터 이 위에 타이머와 카운터를 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3교시는 공정을 단계로 나누어 생각하는 순차제어입니다. 시간 조건은 타이머, 횟수 조건은 카운터로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순차제어는 공정을 단계로 나누고 단계마다 출력과 다음 단계로 가는 조건을 정하는 방법입니다. 현장 공정표를 PLC로 옮길 때 가장 먼저 하는 작업입니다.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전이표는 관리자가 공정 요구사항을 정리할 때 쓰기 좋은 형식입니다. 이 표만 있으면 프로그래머와 같은 그림을 보고 이야기할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현장에서 가장 많이 쓰는 것은 TON입니다. 끝 센서에 도착한 뒤 바로 반대로 돌리지 않고 잠시 멈추는 데 씁니다. 실제 모터에 무리한 역회전을 주지 않기 위해서입니다.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Ladder 편집기에서는 TON 블록을 네트워크에 놓고 IN과 PT를 연결합니다. 슬라이드는 이해를 돕기 위한 텍스트 표기입니다.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CTU는 신호가 켜지는 순간에만 셉니다. 센서가 켜져 있는 동안 계속 세지 않도록 R_TRIG로 상승 에지만 뽑아 넣는다는 점을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왕복 횟수는 왼쪽으로 이동하다가 Sensor01에 돌아온 순간만 셉니다. MoveLeft 조건 덕분에 처음 박스를 올려놓는 순간은 세지 않으며, 이 네트워크는 이동 네트워크(N4·N5)보다 위에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변수 선언에서 TON, CTU, R_TRIG는 CODESYS 표준 라이브러리에 들어 있어 따로 추가하지 않아도 됩니다. 온라인 모드에서 ctTrips.CV 값이 올라가는 것을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관점에서는 두 방식 모두 읽을 수 있으면 충분합니다. 협력업체 프로그램이 어느 방식인지 알아보는 데 도움이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4교시는 지금까지 만든 부품을 하나의 자동운전 프로그램으로 정리하고, 운전 조작 방법을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변수 이름을 역할대로 붙이면 Ladder를 읽기 훨씬 쉬워집니다. 관리자가 프로그램을 검토할 때도 이름 규칙이 통일되어 있는지부터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흐름은 입력을 받고, 시간과 횟수를 계산하고, 방향을 정하고, 출력하는 네 단계입니다. 출력 레지스터를 쓰는 곳이 N6과 N7 두 곳뿐이라는 점이 좋은 구조입니다.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설비라면 시작·정지·비상정지는 조작반 버튼으로 들어옵니다. 오늘은 온라인 값 쓰기로 대신합니다. 비상정지 해제 후 박스가 센서 사이에 있으면 바로 출발하지 않는 것도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시나리오가 5교시 가상 시운전의 시험 항목이 됩니다. 순서대로 실행하고 결과를 기록표에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비상정지는 PLC 프로그램만으로 처리하지 않고 전원 차단 회로를 별도로 둡니다. 오늘의 EStop 변수는 프로그램 측 정지라는 점을 분명히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수강생마다 결과가 다르면 네트워크 순서와 b접점 누락부터 확인합니다. 완료한 조는 프로젝트를 Conveyor_Day3_auto로 저장합니다.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점검표는 오늘의 결과물입니다. 관리자에게 시운전 결과를 보고할 때 이런 형식의 표를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5교시는 가상 시운전입니다. 지금까지는 동작을 보는 데 Unity를 썼다면, 이제는 정해진 시험 항목으로 검증하는 관점으로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 시운전의 핵심은 같은 프로그램을 그대로 현장에 쓴다는 점입니다. 그래서 2교시에 디지털트윈이 1·1을 막아 주더라도 PLC 인터록을 넣었습니다.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디지털트윈 모델은 실제 마찰이나 센서 지연을 완벽히 반영하지 못합니다. 그 한계를 알고 쓰는 것이 관리자의 역할입니다.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PLC가 서버, Unity가 클라이언트라는 역할을 다시 확인합니다. Python 서버가 함께 켜져 있으면 포트가 겹쳐 연결되지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연결이 안 되면 문제 해결 슬라이드의 순서대로 확인합니다. 대부분은 포트 충돌이나 PLC가 STOP 상태인 경우입니다.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시험을 조원이 번갈아 실행하게 합니다. 결과가 매번 같아야 검증된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결과와 판정 칸은 조별로 채웁니다. 판정이 불합격인 항목은 원인과 수정 내용을 함께 적게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시운전 중에는 박스 움직임보다 비트 램프를 보는 습관을 들이게 합니다. 문제가 생겼을 때 입력 문제인지 출력 문제인지 바로 구분할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교시는 이상 상황입니다. 정상 동작보다 이상 동작에서 프로그램의 품질이 드러납니다.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 고장은 CODESYS의 Force values(F7)로 흉내 냅니다. Force는 Write와 달리 PLC가 계속 덮어써도 강제 값이 유지됩니다. 실습 후 반드시 Unforce 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오늘의 세 번째 결과물입니다. 복구 칸에 실제 현장 조치를 적는 연습이 관리 업무와 직접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RESET은 상승 에지에서만 동작하므로 TRUE를 쓴 뒤 다시 FALSE로 돌려놓아야 다음에도 쓸 수 있습니다. 현장에서는 원인을 확인하기 전에 리셋부터 누르지 않도록 절차를 정해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방법은 현장에서 흔히 쓰는 이동 시간 감시입니다. 오늘은 개념만 소개하고 심화 과제로 남깁니다.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박스를 더블클릭하면 그냥 삭제되어 Lost가 되지 않습니다. 반드시 끌어서 벨트 끝의 삭제 영역으로 떨어뜨려야 Lost가 발생합니다.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실습을 관리 업무로 연결하며 마무리합니다. 어떤 고장이 생길 수 있고 누가 어떻게 복구하는지를 정하는 것이 관리자의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증상별로 확인 순서를 정해 두면 시운전 시간이 줄어듭니다.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 문제는 TON과 TOF를 헷갈리는 경우가 많습니다. 틀린 경우 3교시 타이머 슬라이드로 돌아가 다시 확인합니다.
정답
Q1. AND
Q2. 자기유지 회로 (출력 자신의 a접점을 시작 조건에 병렬 연결)
Q3. 인터록: LEFT와 RIGHT가 동시에 켜지는 것을 막기 위해
Q4. TON (On-Delay 타이머), PT := T#1S
Q5. 설비 없이 미리 검증 가능, 고장 상황을 안전하게 반복 시험 가능 (시운전 기간 단축, 교육 활용 등도 정답)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만든 자동운전 프로젝트를 저장해 둡니다. 내일은 이 PLC가 운전하는 동안 Python으로 데이터를 수집합니다.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생산자동화관리  ·  3일차  PLC 및 생산공정 제어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store.codesys.com/en/codesys.html" TargetMode="External"/><Relationship Id="rId2" Type="http://schemas.openxmlformats.org/officeDocument/2006/relationships/hyperlink" Target="https://content.helpme-codesys.com/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생산자동화관리  ·  3일차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PLC 및 생산공정 제어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CODESYS 3.5 Ladder로 컨베이어 자동운전을 만들고 디지털트윈으로 시운전하기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5일 × 6시간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Ladder의 기본 명령과 스캔 순서를 설명한다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자기유지·인터록·타이머·카운터로 자동 왕복을 구현한다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디지털트윈으로 가상 시운전하고 이상 상황에 대응한다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자동 왕복 Ladder 프로젝트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시운전 기록표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이상 시나리오 대응표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어제 설치한 도구를 그대로 씁니다. CODESYS는 Windows 전용입니다.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CODESYS V3.5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SP22 (3.5.22.40) · 무료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어제 저장한 I/O 매핑 프로젝트 열기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SysTray에서 PLC 상태 확인 (Start)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라이선스 없으면 2시간 후 정지 → 재시작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도움말: content.helpme-codesys.com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store.codesys.com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Unity 빌드본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ConveyorURP (BuildWin)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ConveyorURP.exe 실행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제어 모드: Controller 선택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IP 127.0.0.1, 포트 1502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박스 버튼으로 박스 생성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CODESYS 도움말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공식 온라인 매뉴얼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LD 편집기 사용법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TON·CTU 등 표준 라이브러리 설명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ModbusTCP Server Device 설정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검색창에 영어 키워드로 검색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content.helpme-codesys.com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수업 전 준비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어제 프로젝트에서 이어서 시작합니다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어제 저장한 CODESYS 프로젝트 열기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GVL에 ToPlc·FromPlc 배열이 있는지 확인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PLC_PRG에 네트워크 1~3, 6~7(매핑)이 있는지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Build로 컴파일, 오류 0개 확인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프로젝트를 다른 이름으로 저장 (예: Conveyor_Day3)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GVL 2개 배열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매핑 네트워크 5개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컴파일 오류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새 이름으로 저장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Ladder 기본 명령과 스캔 방식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자기유지와 인터록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순차제어: 대기→우행→좌행→완료, 타이머·카운터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자동운전: 시작·정지·비상정지, 왕복 3회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가상 시운전: Unity Controller 모드 연동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점검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이상 시나리오: Lost, 센서 고장 대응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Ladder 기본 명령과 스캔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릴레이 회로를 그림 그대로 프로그램으로 옮긴 언어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PLC는 같은 일을 계속 반복한다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이 한 바퀴를 스캔(scan)이라고 부른다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56032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입력 읽기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GVL.ToPlc 값을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입력 이미지에 복사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70098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7570" y="237744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54730" y="256032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프로그램 실행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54730" y="315468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위 네트워크부터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아래로 차례대로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39028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237744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23660" y="256032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출력 쓰기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23660" y="315468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계산 결과를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GVL.FromPlc로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07958" y="320040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55430" y="237744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92590" y="256032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통신·진단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92590" y="315468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Modbus 응답,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다음 스캔 준비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CODESYS에서는 MainTask의 주기마다 PLC_PRG가 한 번 실행됩니다. 한 스캔 안에서는 위에 있는 네트워크의 결과가 아래 네트워크에 바로 쓰입니다.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Ladder 기본 요소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5577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요소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모양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동작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a접점 (NO)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--| |--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변수가 TRUE이면 통전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b접점 (NC)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--|/|--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변수가 FALSE이면 통전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코일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--( )--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왼쪽이 통전되면 변수 TRUE, 아니면 FALSE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SET 코일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--(S)--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통전되면 TRUE로 바꾸고 유지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RESET 코일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--(R)--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통전되면 FALSE로 바꿈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기능 블록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[ TON ] [ CTU ]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타이머·카운터 등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접점 연결은 곧 논리 연산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직렬 = AND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접점 두 개를 한 줄로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둘 다 통전돼야 출력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예: 시작 AND NOT 정지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병렬 = OR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접점을 위아래 가지로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하나만 통전돼도 출력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예: 시작 OR 자기유지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b접점 = NOT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FALSE일 때 통전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정지·인터록 조건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예: NOT MoveLeft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2849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 만들 자동 왕복 회로도 이 세 가지 조합뿐입니다.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릴레이 회로와 Ladder의 차이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릴레이 회로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모든 회로가 동시에 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배선을 바꿔야 로직 변경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접점 수가 부품 수에 제한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고장 진단: 테스터로 측정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Ladder (PLC)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위에서 아래로 순서대로 계산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프로그램만 고쳐 로직 변경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접점은 몇 번이든 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고장 진단: 모니터링으로 확인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693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같은 그림이라도 PLC는 한 줄씩 차례로 계산합니다. 그래서 같은 코일을 두 번 쓰면 마지막 줄이 이깁니다.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하는 실수: 이중 코일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같은 변수를 코일로 두 번 쓰면 위쪽 결과가 사라진다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잘못된 예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네트워크 4: ...( MoveRight 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네트워크 9: ...( MoveRight 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→ 9번 결과만 남음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올바른 예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조건을 한 네트워크에 모음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병렬 가지로 OR 처리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또는 SET/RESET로 분리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CODESYS LD 편집기 사용법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PLC_PRG 더블클릭 → LD 편집기 열기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오른쪽 ToolBox에서 Network 끌어 놓기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Contact·Coil을 네트워크 위로 끌어 놓기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??? 자리를 클릭해 변수 이름 입력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접점 우클릭 &gt; Negation으로 b접점 전환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네트워크 번호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변수 이름 오타 없음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컴파일 오류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예제: 시작·정지 회로 읽기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Ladder 텍스트 표기 (예제)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        Stop          Run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--+--| |--+------|/|-----------( )--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   |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Run  |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+--| |--+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논리식:  Run := (Start OR Run) AND NOT Stop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Start를 누르면 Run이 켜짐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Run 자신이 Start 옆에서 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Start를 떼도 Run 유지 (자기유지)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Stop(b접점)이 열리면 Run 꺼짐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실습 · 자기유지와 인터록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센서에 닿으면 방향을 바꾸고, 두 방향은 동시에 켜지 않는다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 왕복의 동작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Sensor01 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박스가 왼쪽 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MoveRight 유지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오른쪽으로 이송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Sensor02 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RIGHT 해제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MoveLeft 유지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왼쪽으로 이송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반복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Sensor01에서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다시 RIGHT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센서는 박스가 닿는 순간만 ON입니다. 박스가 센서를 떠나도 이동을 계속하려면 자기유지가 필요합니다.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네트워크 4·5: 자기유지 + 인터록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(LD) · 네트워크 4~5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N4  →  MoveRight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시작  :  Sensor01  OR  MoveRight     (a접점, 병렬)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도착  :  NOT Sensor02                (b접점)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인터록:  NOT MoveLeft                (b접점)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이상  :  NOT Lost  AND  NOT EStop    (b접점)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N5  →  MoveLeft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시작  :  Sensor02  OR  MoveLeft      (a접점, 병렬)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도착  :  NOT Sensor01                (b접점)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인터록:  NOT MoveRight               (b접점)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이상  :  NOT Lost  AND  NOT EStop    (b접점)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시작: 끝 센서 또는 자기 자신(OR)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반대 끝 센서 b접점: 도착하면 정지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상대 방향 b접점: 인터록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Lost·EStop b접점: 이상 시 정지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네트워크 4의 조건 하나씩 보기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6583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종류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없으면 생기는 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출발 신호가 없어 움직이지 않음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MoveRight (병렬)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센서를 벗어나는 순간 멈춤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끝을 지나 박스 이탈(Lost)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LEFT·RIGHT 동시 ON 가능 (인터록 없음)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Lost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박스가 없어도 계속 운전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EStop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b접점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비상정지 불가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스캔 순서가 만드는 방향 전환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박스가 Sensor02에 닿은 바로 그 스캔에서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네트워크 4 먼저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 b접점이 열림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MoveRight = FALSE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네트워크 5 다음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 ON, MoveRight 이미 FALSE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MoveLeft = TRUE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결과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한 스캔 안에서 방향 전환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LEFT·RIGHT 동시 ON 없음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58259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네트워크 순서를 바꾸면 한 스캔 늦게 전환됩니다. 순서도 프로그램의 일부입니다.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1 · 네트워크 4·5 입력하기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PLC_PRG 변수 선언에 EStop, MoveLeft, MoveRight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네트워크 3 아래에 네트워크 4 추가 후 입력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네트워크 5 추가 후 입력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Build (오류 0) → Online &gt; Login → Start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Sensor01 위에 올리고 동작 관찰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Sensor01 → 오른쪽 이동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Sensor02 → 왼쪽 이동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반복 왕복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IOMapUI에서 동시 ON 없음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같은 로직을 Python으로 쓰면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AI_Training/Conveyor/Conveyor_cycle.py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cycle():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direction = 2  # RIGHT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sensor = await mb.read_hr(0)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sensor &amp; 1:       # Sensor01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direction = 2    # RIGHT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sensor &amp; 2:     # Sensor02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direction = 1    # LEFT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mb.write_hr(10, direction)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asyncio.sleep(0.05)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 읽기 = 입력 읽기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if문 = 접점 조건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HR10 쓰기 = 출력 쓰기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0.05초 반복 = 스캔 주기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Ladder의 규모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7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네트워크 (매핑 5 + 왕복 2)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104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1104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전역 배열 (ToPlc, FromPlc)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737360"/>
            <a:ext cx="3505200" cy="2651760"/>
          </a:xfrm>
          <a:prstGeom prst="roundRect">
            <a:avLst>
              <a:gd name="adj" fmla="val 413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90560" y="205740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1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90560" y="324612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방향당 코일 1개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작은 회로지만 실제 설비의 정역 왕복 제어와 구조가 같습니다.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실습 · 순차제어, 타이머·카운터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상태를 나누고, 시간과 횟수로 제어한다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컨베이어 공정을 단계로 나누면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대기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박스 없음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출력 모두 OFF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우행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MoveRight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Sensor02까지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좌행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MoveLeft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Sensor01까지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완료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왕복 3회 달성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Done = TRUE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우행과 좌행을 반복하다가 왕복 횟수가 목표에 이르면 완료 단계로 갑니다.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단계 전이표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566160"/>
                <a:gridCol w="2926080"/>
                <a:gridCol w="2377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현재 단계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전이 조건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다음 단계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출력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대기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 ON (1초 대기 후)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우행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없음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우행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 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좌행 (1초 대기 후)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좌행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 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우행 (1초 대기 후)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MoveLeft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좌행 → 우행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왕복 3회 달성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완료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없음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어느 단계든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Lost 또는 EStop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모두 OFF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세 가지 타이머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TON (On-Delay)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IN이 PT 동안 계속 ON이면 Q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대기 후 출발에 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오늘 사용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TOF (Off-Delay)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IN이 꺼진 뒤 PT 동안 Q 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정지 후 잔여 운전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TP (Pulse)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IN이 켜지면 PT 동안 Q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일정 시간 펄스 출력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471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PT는 설정 시간(예: T#1S = 1초), ET는 흐른 시간입니다.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방향 전환 1초 대기 (TON)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확장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왼쪽 끝에 도착해 멈춘 상태가 1초 지속되면 출발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tWaitLeft(IN := Sensor01 AND NOT MoveRight, PT := T#1S);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tWaitRight(IN := Sensor02 AND NOT MoveLeft, PT := T#1S);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네트워크 4 시작 접점:  Sensor01  →  tWaitLeft.Q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네트워크 5 시작 접점:  Sensor02  →  tWaitRight.Q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끝 센서 ON + 정지 상태가 1초 → Q 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Q가 출발 접점을 대신함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바로 역회전하지 않아 충격 감소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Ladder에서는 TON 블록을 네트워크에 배치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카운터 CTU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횟수를 세어 목표에 도달하면 출력한다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입력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CU: 상승할 때마다 +1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RESET: CV를 0으로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PV: 목표 값 (3)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출력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CV: 현재 값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Q: CV ≥ PV이면 TRUE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2513076"/>
          </a:xfrm>
          <a:prstGeom prst="roundRect">
            <a:avLst>
              <a:gd name="adj" fmla="val 436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왕복 세기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왼쪽 이동 중 Sensor01 도착 = 1회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R_TRIG로 에지 만들기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Q → Done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왕복 3회 후 정지 (R_TRIG + CTU)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확장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rtTrip(CLK := Sensor01 AND MoveLeft); // 돌아온 순간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ctTrips(CU := rtTrip.Q, RESET := FALSE, PV := 3);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:= ctTrips.Q;                  // 3회 달성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네트워크 4·5에 b접점 추가:  --|/| Done |--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다시 시작: 온라인에서 ctTrips.RESET 또는 CV 초기화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R_TRIG: 켜지는 순간 한 스캔만 TRUE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CTU: 에지마다 +1, 3이면 Q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Done이 두 방향을 모두 막음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재시작은 온라인 값 쓰기로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2 · 타이머·카운터 추가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변수 선언에 tWaitLeft, tWaitRight : TON 추가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rtTrip : R_TRIG, ctTrips : CTU, Done : BOOL 추가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TON 두 개를 네트워크 4 위에 배치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네트워크 4·5 시작 접점을 tWait.Q로 교체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R_TRIG·CTU 네트워크 추가, Done b접점 연결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끝에서 1초 멈춘 뒤 출발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ctTrips.CV 증가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CV = 3이면 정지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Done TRUE 표시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자기유지 방식 vs 단계(스텝) 방식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04516"/>
          </a:xfrm>
          <a:prstGeom prst="roundRect">
            <a:avLst>
              <a:gd name="adj" fmla="val 42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자기유지 방식 (오늘)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출력마다 시작·정지 조건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작은 공정에 간단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단계가 늘면 조건이 복잡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04516"/>
          </a:xfrm>
          <a:prstGeom prst="roundRect">
            <a:avLst>
              <a:gd name="adj" fmla="val 42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단계 변수 방식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Step 변수: 0 대기, 1 우행, 2 좌행, 3 완료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단계마다 출력 하나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큰 공정에서 읽기 쉬움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61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오늘은 자기유지 방식으로 만들었지만, 공정이 커지면 단계 변수 방식(또는 SFC)이 관리하기 쉽습니다.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실습 · 자동운전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시작·정지·비상정지와 왕복 3회를 하나로 묶는다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PLC_PRG 변수 선언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(선언부)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PLC_PRG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Sensor01, Sensor02, Lost : BOOL;  // 입력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EStop, ResetReq : BOOL;           // 조작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MoveLeft, MoveRight : BOOL;       // 출력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Done : BOOL;                      // 완료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tWaitLeft, tWaitRight : TON;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ctTrips : CTU;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rtTrip  : R_TRIG;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END_VAR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입력 3개, 출력 2개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조작 2개(EStop, ResetReq), 완료 1개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기능 블록 4개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이름만 봐도 역할을 알 수 있게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완성 Ladder 네트워크 목록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(LD) · 전체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N1   GVL.ToPlc[0].0  →  Sensor01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N2   GVL.ToPlc[0].1  →  Sensor02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N3   GVL.ToPlc[0].2  →  Lost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  tWaitLeft, tWaitRight  (TON, T#1S)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  rtTrip(Sensor01 AND MoveLeft) → ctTrips(PV 3) → Done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N4   (tWaitLeft.Q OR MoveRight)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NOT Sensor02 AND NOT MoveLeft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NOT Lost AND NOT EStop AND NOT Done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 MoveRight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N5   (tWaitRight.Q OR MoveLeft)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NOT Sensor01 AND NOT MoveRight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AND NOT Lost AND NOT EStop AND NOT Done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 MoveLeft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N6   MoveLeft   →  GVL.FromPlc[0].0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N7   MoveRight  →  GVL.FromPlc[0].1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입력 → 타이머·카운터 → 왕복 → 출력 순서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N4·N5에 정지 조건 4개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GVL.ToPlc는 읽기만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GVL.FromPlc는 N6·N7에서만 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운전 조작 방법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실물 버튼이 없으므로 CODESYS 온라인 기능으로 조작합니다</a:t>
            </a:r>
            <a:endParaRPr lang="en-US" sz="1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5661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조작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시작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Unity에서 박스를 Sensor01 위에 놓기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1초 후 오른쪽 이송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비상정지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EStop에 TRUE 쓰기 (Write values, Ctrl+F7)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즉시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비상정지 해제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EStop에 FALSE 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끝 센서에서 다시 출발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완료 후 재시작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ctTrips.RESET에 TRUE → FALSE 쓰기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Done 해제, 다시 왕복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자동운전 시나리오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박스 투입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Sensor01 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왕복 1~2회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1초 대기 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방향 전환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EStop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중간에 정지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해제 후 재개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왕복 3회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Done = TRUE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정지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출력 모두 OFF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한 번의 시운전으로 정상 왕복, 비상정지, 완료 정지를 모두 확인합니다.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자동운전에서 주의할 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출발 위치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사이에서는 출발 안 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박스를 끝 센서에 놓아야 시작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현장에서는 원점 복귀 동작 추가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비상정지 우선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EStop은 모든 출력 조건에 b접점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어떤 단계에서든 즉시 정지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현장: 하드와이어 비상정지 병행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789301"/>
          </a:xfrm>
          <a:prstGeom prst="roundRect">
            <a:avLst>
              <a:gd name="adj" fmla="val 393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완료 후 상태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78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Done이 TRUE면 재시작 불가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리셋 절차를 정해 두기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작업자 교육 필요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3 · 자동운전 완성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N4·N5에 Done b접점이 있는지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Build → Login → 다운로드 → Start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박스를 Sensor01에 놓고 왕복 1회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왕복 중 EStop TRUE → 정지 확인 → FALSE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왕복 3회 후 Done으로 정지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1초 대기 동작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EStop 즉시 정지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Done 정지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동시 ON 없음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자동운전 점검표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4389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번호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점검 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기대 결과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확인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Sensor01에 박스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1초 후 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 도착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 1초 후 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왕복 중 EStop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즉시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EStop 해제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끝 센서에서 재출발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왕복 3회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Done,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전 구간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LEFT·RIGHT 동시 ON 없음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실습 · 가상 시운전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실제 설비 없이 디지털트윈으로 프로그램을 검증한다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가상 시운전 (Virtual Commissioning)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PLC 프로그램을 디지털트윈에 연결해 미리 시험하는 것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설비 전에 시험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기계가 완성되기 전 검증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 시운전 기간 단축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안전한 고장 시험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9748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 이탈·센서 고장 재현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 파손 위험 없음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3631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6491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같은 프로그램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5927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디지털트윈에서 검증한 그대로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실제 PLC에 다운로드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403631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426491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교육·인수인계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85927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작업자 교육에 재사용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시험 기록이 문서로 남음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현장 시운전 vs 가상 시운전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현장 시운전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설비 설치 후에만 가능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고장 시험은 위험·비용 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 일정에 묶임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실제 부하·마찰 반영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77668"/>
          </a:xfrm>
          <a:prstGeom prst="roundRect">
            <a:avLst>
              <a:gd name="adj" fmla="val 4098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가상 시운전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80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설비 없이 언제든 가능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고장 시험을 반복 가능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사무실에서 진행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모델 정확도에 한계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693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가상 시운전은 현장 시운전을 대체하지 않고 줄여 줍니다. 마지막 확인은 항상 현장에서 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시운전 구성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CODESYS PLC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Ladder 실행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Modbus 서버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Modbus TCP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127.0.0.1:1502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Unit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Controller 모드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Modbus 클라이언트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디지털트윈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컨베이어·센서·박스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Unity는 20ms마다 FC23 한 번으로 HR0~9(센서)를 쓰고 HR10~19(명령)를 읽습니다.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4 · 연결하기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서버 스크립트가 모두 꺼져 있는지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CODESYS: Login → Start (RUN 상태)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ConveyorURP.exe 실행 → Controller 모드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IP 127.0.0.1 확인 후 통신 시작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SystemStatus_UI에서 연결 상태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PLC RUN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Unity 연결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IOMapUI 램프 동작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GVL.ToPlc[0] 값 변화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5 · 시험 시나리오 실행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4교시 점검표 순서대로 시험하고 결과를 기록합니다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 버튼으로 박스를 만들어 Sensor01에 놓기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왕복 중 IOMapUI에서 HR0·HR10 비트 관찰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왕복 2회째에 EStop TRUE → 정지 확인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EStop FALSE → 재출발 확인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3회 완료 후 정지 확인, 결과 기록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정상 왕복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EStop 동작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Done 정지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기록표 작성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시운전 기록표 (예시)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274320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시험 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기대 결과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실제 결과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정상 왕복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S1 → RIGHT, S2 → LEFT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방향 전환 대기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끝에서 약 1초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비상정지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EStop TRUE 즉시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왕복 3회 완료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Done TRUE,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인터록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HR10 = 3(1·1) 없음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디지털트윈 화면을 HMI처럼 읽기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SystemStatus_UI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통신 연결 상태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모터·센서 상태 표시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운전 상태 한눈에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236851"/>
          </a:xfrm>
          <a:prstGeom prst="roundRect">
            <a:avLst>
              <a:gd name="adj" fmla="val 490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IOMapUI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HR0·HR10 비트 램프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 입력·출력 램프 역할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배선 확인 대신 사용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2849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현장의 HMI·입출력 램프 자리를 Unity 화면이 대신합니다. 4일차에 HMI 모니터링을 더 자세히 다룹니다.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점검 · 이상 시나리오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일부러 고장을 내 보고 프로그램의 대응을 확인한다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재현할 이상 상황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박스 이탈 (Lost)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박스를 벨트 끝 밖으로 끌어냄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HR0 bit2 = 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기대: 즉시 정지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센서 고장: 항상 OFF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Sensor02를 FALSE로 강제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끝에서 멈추지 않음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기대: 이탈 후 Lost 정지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센서 고장: 항상 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Sensor01을 TRUE로 강제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왼쪽 이동이 막힘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기대: 원인 추적 가능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0690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통신 끊김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Unity 통신 중지 또는 종료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PLC는 마지막 값 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기대: 재연결 후 정상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이상 시나리오 대응표</a:t>
            </a:r>
            <a:endParaRPr lang="en-US" sz="3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3108960"/>
                <a:gridCol w="27432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상황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증상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PLC 대응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복구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Lost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박스 사라짐, HR0 bit2 = 1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N4·N5 Lost b접점으로 정지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RESET(HR10 bit2) → 박스 복귀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Sensor02 고장(OFF)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오른쪽 끝을 지나침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결국 Lost로 정지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센서 점검·교체 후 재시작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Sensor01 고장(ON)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LEFT가 켜지지 않음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인터록·b접점으로 정지 유지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강제 해제, 센서 점검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통신 끊김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Unity 화면 갱신 멈춤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PLC는 마지막 입력 기준 동작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</a:rPr>
                        <a:t>Unity 재연결 (자동 재시도)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Lost 복구: RESET 비트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PLC_PRG · 선택 네트워크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네트워크 8 (선택): 리셋 요청 → RESET 비트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N8:  --| ResetReq |------------( GVL.FromPlc[0].2 )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Unity(ConveyorResetController.cs)는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HR10 bit2가 0 → 1로 바뀌는 순간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1) WorkpieceLost 해제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2) 박스를 초기 위치로 이동 (없으면 새로 생성)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ResetReq를 온라인으로 TRUE → FALSE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Unity가 상승 에지에서 복구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Lost가 풀리면 다시 운전 가능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현장: 원인 확인 후 리셋이 원칙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센서 고장을 더 빨리 찾는 방법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이동 시작 후 정해진 시간 안에 반대 센서가 안 오면 알람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3065526"/>
          </a:xfrm>
          <a:prstGeom prst="roundRect">
            <a:avLst>
              <a:gd name="adj" fmla="val 357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아이디어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56560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MoveRight가 켜진 뒤 타이머 시작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Sensor02가 오면 타이머 리셋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시간 초과 → 미도착 알람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28160" y="1874520"/>
            <a:ext cx="3505200" cy="3065526"/>
          </a:xfrm>
          <a:prstGeom prst="roundRect">
            <a:avLst>
              <a:gd name="adj" fmla="val 357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248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구현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602480" y="2697480"/>
            <a:ext cx="2956560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TON(IN := MoveRight AND NOT Sensor02)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PT는 정상 이송 시간보다 여유 있게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Q → 알람 변수, 출력 정지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07680" y="1874520"/>
            <a:ext cx="3505200" cy="3065526"/>
          </a:xfrm>
          <a:prstGeom prst="roundRect">
            <a:avLst>
              <a:gd name="adj" fmla="val 357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2000" y="210312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효과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382000" y="2697480"/>
            <a:ext cx="2956560" cy="2059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박스 이탈 전에 정지 가능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센서 고장·정체 조기 발견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알람 원인 기록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6008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타이머 시간(PT)은 실제 이송 시간을 재 보고 정합니다. 시간 감시는 4일차 알람 설계에서 다시 다룹니다.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 6 · 이상 상황 재현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정상 왕복 중 박스를 마우스로 끌어 벨트 밖으로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Lost 정지 확인 → ResetReq로 복구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Sensor02 우클릭 &gt; Force (F7) FALSE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박스가 지나쳐 Lost가 되는지 관찰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Unforce 후 대응표 작성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Lost 즉시 정지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RESET 복구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강제 해제 확인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대응표 4행 완성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디지털트윈에서 배운 것, 현장에서 할 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디지털트윈에서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고장을 안전하게 반복 재현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프로그램 대응을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복구 절차를 미리 연습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현장에서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하드와이어 비상정지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센서 이중화·점검 주기 결정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알람 이력·복구 절차 문서화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Unity가 PLC에 연결 안 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650492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PLC RUN 상태, 포트 1502, Python 서버 종료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04288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박스가 끝 센서에서 출발 안 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583180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304288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304288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tWait 타이머 연결, Done·EStop·Lost 값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36976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36976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LEFT·RIGHT가 깜빡이며 떨림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351586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236976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236976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이중 코일 확인, 네트워크 4·5 인터록 접점 확인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69664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왕복 횟수가 맞지 않음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4448556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169664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169664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R_TRIG 입력에 MoveLeft 조건, 네트워크 순서 확인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102352"/>
            <a:ext cx="4206240" cy="795528"/>
          </a:xfrm>
          <a:prstGeom prst="roundRect">
            <a:avLst>
              <a:gd name="adj" fmla="val 1379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102352"/>
            <a:ext cx="38404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강제 값이 계속 남아 있음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5381244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49240" y="5102352"/>
            <a:ext cx="6263640" cy="795528"/>
          </a:xfrm>
          <a:prstGeom prst="roundRect">
            <a:avLst>
              <a:gd name="adj" fmla="val 13793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5102352"/>
            <a:ext cx="5897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Debug &gt; Unforce all values로 강제 해제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Ladder에서 접점을 직렬로 연결하면 어떤 논리 연산이 되는가?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센서 신호가 꺼져도 출력을 계속 유지하게 만드는 회로는?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네트워크 4에 MoveLeft b접점을 넣는 목적은?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끝 센서 도착 후 1초 뒤에 출발하게 할 때 쓰는 타이머는?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가상 시운전의 장점 두 가지를 쓰시오.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Ladder는 위에서 아래로 스캔하며, 직렬은 AND·병렬은 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자기유지로 이동을 유지하고 인터록으로 동시 ON을 막는다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타이머로 전환 대기, 카운터로 왕복 3회를 만들었다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디지털트윈으로 같은 프로그램을 가상 시운전했다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이상 시나리오를 재현하고 대응표를 작성했다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다음 시간  4일차 · 산업통신 및 생산설비 데이터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생산자동화관리 3일차 - PLC 및 생산공정 제어</dc:title>
  <dc:subject>PptxGenJS Presentation</dc:subject>
  <dc:creator>TWINIEX</dc:creator>
  <cp:lastModifiedBy>TWINIEX</cp:lastModifiedBy>
  <cp:revision>1</cp:revision>
  <dcterms:created xsi:type="dcterms:W3CDTF">2026-10-19T04:13:56Z</dcterms:created>
  <dcterms:modified xsi:type="dcterms:W3CDTF">2026-10-19T04:13:56Z</dcterms:modified>
</cp:coreProperties>
</file>