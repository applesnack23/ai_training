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e7d199e-7088-be4c-1f1e-feb6fbba5892}">
          <p14:sldIdLst>
            <p14:sldId id="256"/>
            <p14:sldId id="257"/>
            <p14:sldId id="258"/>
            <p14:sldId id="259"/>
            <p14:sldId id="260"/>
          </p14:sldIdLst>
        </p14:section>
        <p14:section name="1. 생산자동화와 PLC" id="{af32082f-c868-db32-4e3f-3df6c0d65312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 I/O 할당표" id="{df60f698-2e8d-18bd-ccab-440af8a3579a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. Ladder 기초" id="{b1a5cb12-e4f6-c071-a3ce-07768f81f50d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4. 자동 왕복 Ladder" id="{8a6d7af1-d99f-d0c7-ed45-21c744afae32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5. 타이머·카운터" id="{900b0c96-720f-4987-b109-93b120efa601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6. 안전과 점검" id="{55ce203f-5b5c-c5ef-4da6-3ce9da30b480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5일 과정의 출발점입니다. 컨베이어 한 대를 PLC로 자동 왕복시키는 것이 목표이고, 이 컨베이어가 5일 동안 계속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목표를 먼저 보여 줍니다. 결과물 세 개는 오늘 수업이 끝날 때 각자 제출합니다.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설치는 수업 전에 끝내 두는 것이 좋습니다. CODESYS 설치에는 10분 이상 걸리니 설치하는 동안 1교시 이론을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무료 데모의 2시간 제한은 수업 중 자주 만나는 문제입니다. 오전·오후 시작 때 재시작하는 습관을 들이게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6교시 구성을 안내합니다. 1교시만 이론이고 나머지는 모두 실습입니다.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자동화의 기본 구조를 눈·두뇌·손에 비유합니다. 이 과정 전체가 두뇌, 즉 제어기를 바꿔 끼우는 이야기라는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완성할 동작을 먼저 보여 줍니다. 센서 두 개, 출력 두 개뿐인 단순한 장비라서 PLC 문법에 집중할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PLC를 네 덩어리로 설명합니다. 오늘은 실물 입출력 카드 대신 Modbus TCP 통신부가 Unity와 연결된다는 점을 미리 언급합니다.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스캔 사이클은 4교시에 왕복 로직을 이해할 때 다시 씁니다. 네트워크 순서가 결과에 영향을 준다는 점을 꼭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Ladder가 왜 릴레이 회로처럼 생겼는지 역사적 배경을 짧게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언어를 모두 외울 필요는 없습니다. LD와 ST 정도만 알면 현장 대부분을 읽을 수 있다고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편집기와 PLC가 따로라는 점이 처음에는 헷갈립니다. 편집기에서 만든 프로그램을 SoftPLC에 내려보내는 구조라고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Network에서 장치가 안 보이면 SysTray에서 PLC가 시작됐는지 먼저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현장에서 I/O 할당표 없이 작업하면 어떤 일이 생기는지 사례를 들어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경로를 한 번 보여 주고, 오늘 다루는 범위가 어디인지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함께 채워 보게 합니다. Lost는 박스가 컨베이어 밖으로 떨어졌을 때 Unity가 알려 주는 신호입니다.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Unity가 동시 ON을 STOP으로 처리해도, 실제 모터라면 위험하다는 점을 강조합니다. 그래서 인터록을 PLC에서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GVL은 Unity와 PLC가 주고받는 우체통입니다. 2일차에 이 두 배열을 Modbus 레지스터 0~19번에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2진수를 처음 보는 학생이 있으면 0~7까지 2진수 표를 칠판에 써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변수 이름을 할당표와 다르게 쓰면 나중에 찾기 어렵다는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선언부는 오늘 쓸 변수를 한꺼번에 만들어 둡니다. 타이머와 카운터는 5교시에 쓰지만 미리 선언해 두면 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접점은 변수를 읽고, 코일은 변수에 씁니다. 이 한 문장만 기억하면 Ladder를 읽을 수 있다고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통신 비트를 바로 쓰지 않고 이름 있는 변수로 복사하면 프로그램이 읽기 쉬워집니다. PLC는 ToPlc에 절대 쓰지 않는다는 규칙도 여기서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자기유지는 현장에서 가장 많이 쓰는 회로입니다. 시작 버튼과 정지 버튼 예로 먼저 설명한 뒤 센서로 바꿔 생각하게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자기유지의 기본형입니다. 칠판에 논리식으로 다시 써 주면 Python 코드와 연결하기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 다 맞는 방법입니다. 오늘은 한 줄에 조건이 다 보이는 자기유지를 쓰고, B과정 순차제어에서는 SET/RESET도 다룬다고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Unity에서는 둘 다 켜져도 멈추기만 하지만, 실제 설비라면 사고입니다. 습관처럼 인터록을 거는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10분은 강사 화면을 따라 하게 하고, 이후 혼자 Network 1~3을 그리게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상태로 나누어 생각하는 연습입니다. 이 다섯 칸이 B과정 순차제어와 5일차 강화학습 환경에서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4는 오늘 수업의 핵심 rung입니다. 접점 하나하나가 무슨 역할인지 학생들이 말로 설명하게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LEFT는 RIGHT의 거울상입니다. 학생이 스스로 그리게 하고 강사는 인터록 접점을 빠뜨리지 않았는지만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PLC가 쓰는 곳은 FromPlc 하나뿐입니다. 이 두 줄이 없으면 Unity는 아무 명령도 받지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끝 도착 스캔에서 Network 4가 먼저 RIGHT를 끊고, 같은 스캔에서 Network 5가 LEFT를 켭니다. 1교시 스캔 순서 이야기와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연결 전이므로 센서 값을 손으로 써 넣어 시험합니다. 시험이 끝나면 ToPlc 값을 0으로 돌려놓게 합니다. Unity가 연결된 뒤에는 Unity가 이 값을 덮어씁니다.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값 1, 2, 4가 각각 bit0, bit1, bit2라는 점을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왕복 로직을 Python으로 쓴 코드입니다. 내일 이 코드가 PLC 대신 컨베이어를 움직입니다.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블록 모두 IEC 표준 블록이라 다른 PLC 제조사에서도 이름과 동작이 거의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컨베이어가 바로 반대로 돌면 기계 충격이 큽니다. 1초 정지 후 전환하는 것이 실제 현장 방식이라고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접점만 타이머 출력으로 바꾸면 1초 대기가 들어갑니다. LEFT 쪽 tWaitRight는 학생이 직접 만들게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MoveLeft를 함께 보는 이유는 처음 박스를 Sensor01에 올려놓는 순간을 1회로 세지 않기 위해서입니다. 이 네트워크는 이동 네트워크보다 위에 있어야 MoveLeft가 꺼지기 전에 도착을 셀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MoveLeft 조건 없이 Sensor01만 세면 처음 박스를 올려놓는 순간도 1회로 세어집니다. 조건을 빼고 한 번 돌려 보게 하면 토론거리로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없이 손으로 시험하므로 1초 대기를 기다린 뒤 다음 값을 써야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PT와 PV를 바꿔 보는 것이 심화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 신호는 b접점으로 직렬에 넣는다는 원칙을 정리합니다. 신호가 끊기면 멈추는 쪽이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rung을 논리식으로 읽으면 조건이 한눈에 보입니다. 같은 내용을 ST 언어로 써도 결과가 같다는 점을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점검표는 오늘의 제출물입니다. 6번은 온라인 모니터링 중 계속 지켜보게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파일을 USB나 개인 폴더에 꼭 백업하게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실제로 가장 많이 나오는 문제 다섯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5문제를 3분 안에 풀게 하고 바로 답을 맞춰 봅니다.
정답
Q1. 입력 읽기 → 프로그램 실행 → 출력 쓰기 (+ 통신·진단)
Q2. HR0의 bit1 = Sensor02 (오른쪽 끝 센서)
Q3. 시작 조건과 병렬(OR)로 연결
Q4. 인터록 — 정회전과 역회전 동시 ON 방지
Q5. IN이 1초 동안 계속 TRUE여야 Q가 켜진다 → 끝에서 1초 대기 후 방향 전환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결과물 세 가지를 제출받고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스마트제조 기초실습  ·  1일차  PLC 기반 생산자동화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store.codesys.com/en/codesys.html" TargetMode="External"/><Relationship Id="rId2" Type="http://schemas.openxmlformats.org/officeDocument/2006/relationships/hyperlink" Target="https://content.helpme-codesys.com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스마트제조 기초실습  ·  1일차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PLC 기반 생산자동화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CODESYS 3.5로 컨베이어 자동 왕복 Ladder 만들기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1일차 · 6교시 · 이론 1 + 실습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컨베이어 I/O 할당표를 작성하고 레지스터 맵을 이해한다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CODESYS 3.5에서 자기유지·인터록 Ladder를 작성한다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센서에 따라 자동 왕복하고 3회 후 멈추는 프로그램을 완성한다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I/O 할당표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자동 왕복 Ladder 프로젝트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동작 점검표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CODESYS는 Windows 10/11 64bit 전용입니다. 권장 RAM 8GB, 디스크 12GB.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V3.5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SP22 (3.5.22.40) · 무료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CODESYS Store에서 64bit 설치 파일 다운로드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관리자 권한으로 설치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SoftPLC Control Win SL 데모가 함께 설치됨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작업표시줄 SysTray 아이콘으로 PLC 시작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store.codesys.com/en/codesys.html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빌드본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ConveyorURP · BuildWin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강사가 준 BuildWin 폴더를 복사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ConveyorURP.exe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1일차는 PLC 프로그램 작성이 중심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3일차에 Unity와 연결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도움말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공식 온라인 매뉴얼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LD 편집기 사용법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ModbusTCP Server Device 설정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모르는 메뉴는 F1로 바로 열기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content.helpme-codesys.com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SoftPLC 시작과 2시간 제한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라이선스 없이 쓰면 런타임이 2시간 뒤 멈춥니다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작업표시줄에서 CODESYS Control Win SysTray 아이콘 찾기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아이콘 우클릭 &gt; Start PLC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아이콘 색이 바뀌면 PLC 실행 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2시간 뒤 멈추면 Stop PLC → Start PLC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점심 뒤, 오후 시작 때 한 번씩 재시작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SysTray 아이콘이 실행 상태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방화벽 허용 창이 뜨면 허용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재시작 후 다시 Login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생산자동화와 PLC 구조, 스캔 사이클 / CODESYS 설치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컨베이어 I/O 할당표 작성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Ladder 기초: a·b 접점, 코일, 자기유지, 인터록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자동 왕복 Ladder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타이머·카운터: 전환 지연, 3회 왕복 후 정지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실습·점검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비상정지 + WorkpieceLost 정지, 점검표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생산자동화와 PLC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입력 → 처리 → 출력, 그리고 스캔 사이클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자동화 설비는 세 부분으로 나뉜다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사람의 눈·두뇌·손을 기계가 대신한다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센서 (눈)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물체가 왔는지 감지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 양 끝 Sensor01·02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결과는 ON/OFF 신호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제어기 (두뇌)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센서를 보고 동작을 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PLC, PC, AI 모델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 과정의 주인공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구동기 (손)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모터·실린더가 실제로 움직임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컨베이어 벨트 모터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LEFT / RIGHT 명령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0763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5일 동안 센서와 구동기는 그대로 두고, 제어기만 PLC → Python → AI로 바꿔 갑니다.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컨베이어는 이렇게 움직인다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박스 도착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왼쪽 끝 Sensor01 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PLC 판단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오른쪽으로 보내자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RIGHT 명령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모터 정회전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오른쪽 끝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Sensor02 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LEFT 명령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모터 역회전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양 끝 센서 두 개만으로 박스를 끝없이 왕복시킵니다. 오늘 만들 Ladder의 전부입니다.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PLC는 산업용 컴퓨터다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입력부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센서·스위치 신호를 받음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디지털(ON/OFF), 아날로그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CPU · 메모리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사용자 프로그램 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변수·타이머·카운터 저장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출력부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모터·램프·밸브를 구동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릴레이, 트랜지스터 출력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통신부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다른 장비와 데이터 교환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오늘 쓰는 것은 Modbus TCP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PLC는 같은 일을 수 ms마다 반복한다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이 한 바퀴를 스캔(Scan)이라고 부른다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입력 읽기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 값을 입력 이미지에 복사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7009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757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473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프로그램 실행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5473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Ladder를 위→아래, 왼→오 계산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3902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366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출력 쓰기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2366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계산 결과를 출력에 반영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795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543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9259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통신·진단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9259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요청 처리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한 스캔 안에서는 입력 값이 바뀌지 않습니다. 그래서 Ladder는 위쪽 네트워크부터 순서대로 계산된 결과를 씁니다.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릴레이 제어에서 PLC로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릴레이 제어반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동작을 바꾸려면 배선을 다시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릴레이 수만큼 공간·고장점 증가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상태 확인은 테스터로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PLC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동작은 프로그램으로 수정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타이머·카운터·통신 내장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온라인 모니터링으로 상태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Ladder 다이어그램은 릴레이 회로도 모양을 그대로 가져온 언어라서 전기 기술자에게 익숙합니다.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IEC 61131-3 PLC 언어 5종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CODESYS는 다섯 언어를 모두 지원한다. 오늘은 LD를 쓴다.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292608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언어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주로 쓰는 곳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Ladder Diagram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접점·코일 회로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순차·인터록 (오늘)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FBD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Function Block Diagram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블록 연결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연산·제어 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Structured Text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텍스트 코드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계산·복잡한 로직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SFC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Sequential Function Chart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단계·전이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공정 순서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Instruction List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어셈블리형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구형 (사용 감소)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CODESYS를 이루는 프로그램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Development System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프로그램 작성·컴파일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 계속 쓰는 편집기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Control Win SL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PC 안의 소프트 PLC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진짜 PLC처럼 프로그램 실행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Gateway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편집기와 PLC 사이 연결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자동으로 실행됨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SysTray 아이콘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SoftPLC 시작·정지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2시간 제한 시 재시작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CODESYS 새 프로젝트 만들기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File &gt; New Project &gt; Standard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이름: Conveyor_A1, 저장 위치 지정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Device: CODESYS Control Win V3 x64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PLC_PRG in: Ladder Logic Diagram (LD)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Device 더블클릭 &gt; Scan Network &gt; PC 선택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&gt; Build (F11) 오류 0개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장치 트리에 Device, Application, PLC_PRG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Scan Network에서 내 PC가 보임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메시지 창 0 errors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I/O 할당표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어떤 신호가 어느 주소, 어느 변수로 가는가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I/O 할당표는 모든 실습의 지도다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배선과 프로그램을 잇는다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신호 이름 ↔ 주소 ↔ 변수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번 정하면 바꾸지 않음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여러 사람이 같은 언어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전기·PLC·Unity·AI 담당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표를 보고 작업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이 과정의 규칙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HR0 = 센서, HR10 = 명령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5일 내내 같은 맵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센서 신호가 PLC를 거쳐 모터까지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센서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Sensor01·02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1378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126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842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9842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레지스터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640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388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104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ToPlc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104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GVL 입력 변수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PLC_PRG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Ladder 계산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5164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912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628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FromPlc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3628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GVL 출력 변수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6426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1740" y="2011680"/>
            <a:ext cx="1501140" cy="1920240"/>
          </a:xfrm>
          <a:prstGeom prst="roundRect">
            <a:avLst>
              <a:gd name="adj" fmla="val 7310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8900" y="2194560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HR10 → 모터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248900" y="2788920"/>
            <a:ext cx="12268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LEFT·RIGHT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오늘은 가운데 PLC 부분을 만듭니다. Modbus 연결은 2일차, Unity 연결은 3일차에 완성합니다.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입력 할당 (Unity → PLC)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164592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신호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Modbus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CODESYS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PLC_PRG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박스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박스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WorkpieceLost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이탈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HR = Holding Register. bit 번호는 0부터 센다.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출력 할당 (PLC → Unity)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164592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신호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Modbus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CODESYS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PLC_PRG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왼쪽으로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오른쪽으로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장면 리셋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(오늘은 사용 안 함)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LEFT와 RIGHT가 둘 다 1이면 Unity 컨베이어는 멈춘다. 그래도 PLC는 절대 둘을 같이 켜지 않는다.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GVL: Unity와 주고받는 변수 묶음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&gt; GVL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{attribute 'qualified_only'}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VAR_GLOBAL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ToPlc   : ARRAY[0..9] OF WORD; // HR0~9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FromPlc : ARRAY[0..9] OF WORD; // HR10~19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END_VAR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WORD = 16비트 정수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ToPlc[0] = HR0, FromPlc[0] = HR10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qualified_only: 반드시 GVL.ToPlc처럼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2일차에 Modbus 레지스터와 연결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WORD 안의 비트를 꺼내 쓰는 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CODESYS는 WORD 변수 뒤에 .비트번호를 붙여 한 비트만 읽고 쓴다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GVL.ToPlc[0].0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HR0의 0번 비트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= TRUE/FALSE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GVL.ToPlc[0].1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HR0의 1번 비트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GVL.FromPlc[0].1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HR10의 1번 비트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RIGHT 명령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5825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예) HR0 = 3 (2진수 011) → Sensor01과 Sensor02가 모두 ON. 2일차에 Python으로 같은 계산을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GVL과 변수 선언 만들기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Application 우클릭 &gt; Add Object &gt; Global Variable 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이름: GVL, 앞 코드 입력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PLC_PRG 열기 → 위쪽 선언부에 변수 입력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변수 이름은 I/O 할당표와 똑같이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(F11)로 오류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GVL 이름 철자 정확히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BOOL 변수 7개 선언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Build 0 errors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PLC_PRG 변수 선언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&gt; PLC_PRG (선언부)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PLC_PRG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Sensor01   : BOOL;   // 왼쪽 끝 센서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Sensor02   : BOOL;   // 오른쪽 끝 센서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Lost       : BOOL;   // 박스 이탈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EStop      : BOOL;   // 비상정지 (온라인 쓰기)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MoveLeft   : BOOL;   // 왼쪽 이동 명령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MoveRight  : BOOL;   // 오른쪽 이동 명령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       : BOOL;   // 3회 왕복 완료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tWaitLeft  : TON;    // 5교시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tWaitRight : TON;    // 5교시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ctTrips    : CTU;    // 5교시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rtTrip     : R_TRIG; // 5교시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END_VAR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BOOL = 참/거짓 한 비트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TON·CTU·R_TRIG는 기능 블록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5교시 변수도 지금 미리 선언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Ladder 기초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a·b 접점, 코일, 자기유지, 인터록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Ladder의 기본 부품 네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a접점  --| |--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변수가 TRUE면 전기가 흐름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평소 열린 접점 (NO)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b접점  --|/|--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변수가 FALSE면 전기가 흐름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평소 닫힌 접점 (NC)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코일  --( )--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왼쪽 조건 결과를 변수에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조건이 끝나면 FALSE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S / R 코일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--(S)-- 켜고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--(R)-- 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입력 복사: 통신 변수를 프로그램 변수로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1~3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GVL.ToPlc[0].0                Sensor01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+------| |------------------------( )----+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GVL.ToPlc[0].1                Sensor02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+------| |------------------------( )----+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3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GVL.ToPlc[0].2                Lost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+------| |------------------------( )----+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통신 비트를 이름 있는 변수로 복사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아래 네트워크는 이름만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PLC는 ToPlc를 읽기만 하고 쓰지 않음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자기유지: 버튼을 떼도 계속 켜져 있게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시작 신호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Sensor01이 잠깐 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코일 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MoveRight = 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자기 접점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MoveRight a접점이 병렬로 유지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정지 신호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Sensor02 b접점이 끊음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박스가 Sensor01을 지나가도 모터는 계속 돌아야 합니다. 출력 자신의 접점을 시작 조건과 병렬로 넣어 붙잡아 둡니다.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자기유지 회로 기본형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예제 · 시작/정지 버튼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Start      Stop                Motor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|---+---|/|-----------------( )---+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Motor    |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|-----+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 : 누르는 순간만 TRUE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  : 자기 접점으로 유지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  : b접점 → 누르면 끊김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Start와 Motor는 병렬 (OR)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Stop은 직렬 b접점 (AND NOT)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식으로 쓰면 Motor := (Start OR Motor) AND NOT Stop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자기유지 vs SET/RESET 코일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자기유지 회로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줄에 시작·유지·정지 조건이 다 보임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정지 조건이 우선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 왕복 Ladder에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SET / RESET 코일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 코일로 켜고 R 코일로 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여러 곳에서 켜고 끄면 추적이 어려움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단계가 많은 순차제어에 유리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인터록: 동시에 켜지면 안 되는 출력을 막는다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정회전과 역회전이 동시에 켜지면 실제 모터는 단락·고장 위험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RIGHT 쪽 조건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MoveLeft b접점을 직렬로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LEFT가 켜져 있으면 RIGHT 불가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LEFT 쪽 조건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MoveRight b접점을 직렬로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RIGHT가 켜져 있으면 LEFT 불가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현장 규칙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인터록 + 전기 인터록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두 겹으로 막는다 (B과정 2일차)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LD 편집기에서 rung 그리기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PLC_PRG 열기 → 도구 상자(Toolbox) 표시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추가: Ctrl+I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접점 끌어놓기 → ??? 클릭 → 변수 입력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병렬 접점: 접점 선택 후 Insert parallel contact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b접점: 접점 선택 후 Negate (Ctrl+N)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오른쪽 끝에 코일 배치 → 변수 입력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변수 자동완성: F2 입력 도우미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빨간 물결선 = 선언 안 된 변수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네트워크마다 주석 달기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자동 왕복 Ladder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센서 두 개로 박스를 끝없이 왕복시키기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왕복 동작을 상태로 나누면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대기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박스가 아직 센서에 없음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우행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Sensor01 → MoveRight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방향 전환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Sensor02 → RIGHT 끊김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좌행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Sensor02 → MoveLeft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방향 전환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 → LEFT 끊김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아무 센서 위에 올려야 출발합니다. 센서 사이에 두면 대기 상태로 남습니다.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Network 4: RIGHT 자기유지 + 인터록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4 : RIGHT 자기유지 + 인터록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Sensor01   Sensor02  MoveLeft  Lost   EStop    MoveRight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|---+---|/|------|/|------|/|---|/|-------( )---+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MoveRight|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시작: Sensor01, 유지: MoveRight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정지: Sensor02 도착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인터록: MoveLeft b접점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안전: Lost, EStop b접점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Network 5: LEFT 자기유지 + 인터록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5 : LEFT 자기유지 + 인터록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Sensor02   Sensor01  MoveRight Lost   EStop    MoveLeft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|---+---|/|------|/|------|/|---|/|-------( )---+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MoveLeft |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RIGHT의 거울상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시작: Sensor02, 정지: Sensor01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인터록: MoveRight b접점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Network 6~7: 명령을 통신 변수로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6,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6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MoveLeft                      GVL.FromPlc[0].0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+------| |------------------------( )----+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7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MoveRight                     GVL.FromPlc[0].1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+------| |------------------------( )----+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PLC는 FromPlc만 쓴다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FromPlc[0] = HR10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Unity가 20ms마다 읽어 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스캔마다 무슨 일이 일어나나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박스가 왼쪽에서 출발해 한 바퀴 도는 동안의 변수 값</a:t>
            </a:r>
            <a:endParaRPr lang="en-US" sz="1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사건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MoveRight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MoveLeft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박스를 왼쪽 끝에 놓음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사이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 (유지)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도착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사이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 (유지)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도착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PLC에 내려보내고 실행하기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(F11) → 0 errors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Online &gt; Login (Alt+F8) → 다운로드 확인 Yes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Debug &gt; Start (F5) → 상태 RUN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위 실시간 값(파란 표시) 관찰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GVL.ToPlc[0] 값을 1로 Write values (Ctrl+F7)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MoveRight가 켜지는지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없이도 시험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ToPlc 값을 직접 써서 센서 흉내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시험 후 ToPlc[0] 다시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손으로 시험하는 순서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ToPlc[0]에 아래 값을 차례로 Write values 해 본다</a:t>
            </a:r>
            <a:endParaRPr lang="en-US" sz="1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926080"/>
                <a:gridCol w="4754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순서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ToPlc[0]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뜻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기대 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사이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 OFF, MoveLeft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사이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MoveLeft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둘 다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같은 로직을 Python으로 쓰면 (2일차 예고)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AI_Training/Conveyor/Conveyor_cycle.py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cycle():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direction = 2  # RIGHT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 = await mb.read_hr(0)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sensor &amp; 1:       # Sensor01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2   # RIGHT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sensor &amp; 2:     # Sensor02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1   # LEFT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mb.write_hr(10, direction)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asyncio.sleep(0.05)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→ RIGHT(2)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→ LEFT(1)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변수 direction이 자기유지 역할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2일차에 PLC 대신 실행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타이머·카운터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방향 전환 1초 대기, 3회 왕복 후 정지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기능 블록 세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TON (On-delay 타이머)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IN이 켜진 뒤 PT만큼 지나면 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ET = 지난 시간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CTU (Up 카운터)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CU 상승마다 CV +1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CV ≥ PV이면 Q, RESET으로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R_TRIG (상승 에지)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FALSE→TRUE 순간 한 스캔만 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한 번 도착을 한 번만 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TON은 이렇게 동작한다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IN = TRUE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박스가 끝 센서에 도착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ET 증가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0 → 1s 시간 측정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ET = PT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PT := T#1S 도달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Q = TRUE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반대 방향 출발 허가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IN이 중간에 FALSE가 되면 ET는 0으로 돌아갑니다. 박스가 1초 동안 센서 위에 머물러야 출발합니다.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전환 지연: 시작 접점을 타이머 출력으로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4 수정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4a : 왼쪽 끝 대기 타이머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Sensor01   MoveLeft     tWaitLeft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|------|/|-------+[TON]+  IN, PT := T#1S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|   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4 : RIGHT (시작 접점 교체)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tWaitLeft.Q Sensor02 MoveLeft Lost EStop Done  MoveRight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|---+---|/|-----|/|----|/|--|/|--|/|---( )--+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MoveRight|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|---+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대신 tWaitLeft.Q로 시작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LEFT도 같은 방식 (tWaitRight)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Done b접점: 3회 후 정지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왕복 횟수 세기: R_TRIG + CTU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8 : 왼쪽 끝 도착 = 왕복 1회 (네트워크 4 위로 이동)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Sensor01  MoveLeft   rtTrip       ctTrips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+---| |-------| |---+[R_TRIG]+ Q -+ CU [CTU] Q --+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|  PV := 3    |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|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9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ctTrips.Q                     Done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+------| |------------------------( )----+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MoveLeft 조건: 돌아온 도착만 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R_TRIG: 도착 순간만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CTU: 3이 되면 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이동 네트워크보다 위에 둘 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5교시에 추가된 변수 정리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274320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형식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설정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tWaitLeft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PT := T#1S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1초 대기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tWaitRight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PT := T#1S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1초 대기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rtTrip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R_TRIG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CLK := Sensor01 AND MoveLeft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돌아온 도착 순간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ctTrips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CTU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PV := 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횟수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BOOL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ctTrips.Q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3회 완료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카운터 리셋과 확인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Login 상태에서 ctTrips.RESET을 TRUE로 Write (Ctrl+F7)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다시 FALSE로 Write → CV =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ToPlc[0] 값을 1 → 0 → 2 → 0 → 1 순서로 써 보기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ctTrips.CV가 1씩 오르는지 관찰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CV = 3이 되면 Done = TRUE, 출력 모두 OFF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1초 대기 후 방향 전환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3회 후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리셋하면 다시 출발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숫자로 보는 오늘의 설정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 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방향 전환 대기 (PT)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3 회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정지까지 왕복 (PV)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 시간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라이선스 없는 SoftPLC 실행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숫자는 PLC_PRG 선언이나 블록 입력에서 바꿉니다. 바꾼 뒤에는 Login &gt; Online Change로 반영합니다.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안전과 점검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비상정지, WorkpieceLost, 동작 점검표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멈춰야 할 때 반드시 멈추게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비상정지 (EStop)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실물 버튼이 없어 온라인 쓰기로 대신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TRUE면 RIGHT·LEFT 모두 끊김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WorkpieceLost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컨베이어 밖으로 이탈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Unity가 HR0 bit2로 알려 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해제는 사람이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원인 확인 후 EStop FALSE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박스를 다시 올려야 출발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완성된 RIGHT 조건을 식으로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Network 4 (최종)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MoveRight :=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 tWaitLeft.Q OR MoveRight )   // 시작 또는 유지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Sensor02                   // 오른쪽 끝 도착 시 정지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MoveLeft                   // 인터록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Lost                       // 박스 이탈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EStop                      // 비상정지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Done;                      // 3회 왕복 완료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Ladder 한 줄 = 논리식 한 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병렬 = OR, 직렬 = 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b접점 = NOT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ST로 써도 동작은 같다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동작 점검표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하나씩 시험하고 결과 칸에 O/X를 적는다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457200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번호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시험 방법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기대 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ToPlc[0] = 1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1초 뒤 MoveRight 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ToPlc[0] = 2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RIGHT OFF, 1초 뒤 LEFT 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MoveRight 중 EStop = TRUE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모든 출력 OFF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ToPlc[0] = 4 (Lost)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모든 출력 OFF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3회 왕복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Done = TRUE, 정지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MoveLeft와 MoveRight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동시에 ON 된 적 없음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내일은 이 PLC를 네트워크에 연다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Ladder로 왕복 제어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2일차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TCP 서버로 공개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3일차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Unity 디지털트윈 연결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5일차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PLC 대신 AI가 제어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 만든 프로젝트를 저장해 두세요. 2일차와 3일차에 그대로 이어서 씁니다.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Scan Network에 PC가 안 보임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650492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SysTray에서 Start PLC. 방화벽 허용 후 다시 Scan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04288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Login 때 다운로드 실패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583180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304288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304288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Build 오류부터 해결. 장치 선택이 Control Win V3 x64인지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36976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변수에 빨간 물결선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51586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236976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236976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PLC_PRG 선언부에 변수 추가, GVL.ToPlc처럼 GVL. 붙이기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6966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2시간 뒤 PLC가 멈춤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48556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169664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169664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라이선스 없는 런타임 제한. SysTray에서 Stop → Start 후 Login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02352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RIGHT·LEFT가 번갈아 깜빡임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5381244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5102352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5102352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인터록 b접점 확인, 네트워크 순서(4 → 5)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PLC 스캔 사이클의 세 단계를 순서대로 쓰시오.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GVL.ToPlc[0].1은 어떤 신호인가?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자기유지 회로에서 출력 자신의 a접점은 어디에 연결하는가?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MoveRight 조건에 MoveLeft b접점을 넣는 이유는?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TON의 PT를 T#1S로 두면 어떤 동작이 되는가?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PLC는 입력 읽기 → 실행 → 출력 쓰기를 반복한다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I/O 할당표가 5일 실습 전체의 기준이다 (HR0 센서, HR10 명령)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자기유지 + 인터록 + 안전 b접점으로 왕복 Ladder 완성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TON으로 1초 전환 대기, CTU로 3회 왕복 후 정지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2일차 · Modbus TCP로 PLC를 열고 Python으로 데이터 수집</a:t>
            </a:r>
            <a:endParaRPr lang="en-US" sz="16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스마트제조 기초실습 1일차 - PLC 기반 생산자동화</dc:title>
  <dc:subject>PptxGenJS Presentation</dc:subject>
  <dc:creator>TWINIEX</dc:creator>
  <cp:lastModifiedBy>TWINIEX</cp:lastModifiedBy>
  <cp:revision>1</cp:revision>
  <dcterms:created xsi:type="dcterms:W3CDTF">2026-10-19T04:13:56Z</dcterms:created>
  <dcterms:modified xsi:type="dcterms:W3CDTF">2026-10-19T04:13:56Z</dcterms:modified>
</cp:coreProperties>
</file>