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93a7181-4367-1088-07f6-2c7719bfdf8c}">
          <p14:sldIdLst>
            <p14:sldId id="256"/>
            <p14:sldId id="257"/>
            <p14:sldId id="258"/>
            <p14:sldId id="259"/>
            <p14:sldId id="260"/>
          </p14:sldIdLst>
        </p14:section>
        <p14:section name="1. 디지털트윈 개념" id="{2a983b0e-fdda-0e29-fdb2-32f4de5b2011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. Unity 프로젝트 구조" id="{e226bfaf-6786-219c-290f-1eec69e3639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. 가상 센서와 모터" id="{a9545dda-9344-9b6c-9f63-a97708b432f8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4. Modbus 클라이언트 분석" id="{179971ef-50d7-3467-7dcf-416416f92d05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. PLC ↔ Unity 실시간 연동" id="{13fa348d-e30c-4cf9-70fb-a975526c478c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6. 상태 UI와 점검" id="{958b688e-2104-bd0e-ec19-768c05192bc3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3일차는 지금까지 만든 PLC와 통신을 가상 설비에 연결하는 날입니다. Unity로 만든 컨베이어가 PLC 명령에 따라 실제처럼 움직이는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결과물은 PLC 명령으로 움직이는 가상 컨베이어입니다. 마지막 교시에 점검표를 채우고 짧은 시연 영상을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에디터 설치에 시간이 걸리므로 사전에 설치해 두는 것이 좋습니다. 설치가 안 된 PC는 빌드본으로 실습을 따라올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CODESYS 런타임은 라이선스 없이 2시간이 지나면 멈춥니다. 오전과 오후 시작 시 런타임을 다시 시작하라고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오전은 개념과 Unity 구조, 오후는 통신과 연동입니다. 5교시가 오늘의 핵심 실습입니다.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많은 사람이 3D 화면만 보고 디지털트윈이라고 부릅니다. 핵심은 데이터가 실시간으로 오가는가입니다.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모델, 섀도, 트윈 구분은 자주 시험에 나옵니다. 데이터 흐름 방향으로 구분한다는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실습은 현실 대신 PLC가 제어기 역할을 하고 Unity가 설비 역할을 합니다. 그래서 가상 시운전이라고도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설비 모델과 신호 모델을 구분해서 설명합니다. 신호 모델이 PLC와 약속한 레지스터 맵에 해당합니다.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그림을 오늘 하루 계속 다시 봅니다. 신호가 어디서 어디로 가는지 손으로 짚어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20ms 주기는 PLC 스캔보다 느리지만 컨베이어 속도에는 충분합니다. 숫자 세 개는 오늘 계속 등장합니다.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연결은 4일차 비전과 5일차 강화학습에서도 그대로 씁니다. 디지털트윈이 AI의 실험장이 된다는 점을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GameObject에 Component를 붙여 기능을 만든다는 점이 PLC의 하드웨어 구성과 비슷하다고 비유하면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Update는 화면 프레임마다, FixedUpdate는 물리 주기마다 호출됩니다. 물리 이동은 FixedUpdate에서 하는 것이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파일 이름을 그대로 씁니다. 표를 보며 Unity 에디터 Hierarchy 창에서 각 오브젝트를 찾아보게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BoxButton은 UI 버튼을 누르는 순간 박스를 만들고 마우스를 따라 움직이게 합니다. 놓는 순간 물리가 다시 켜져 벨트 위로 떨어집니다.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벨트는 접촉한 박스만 기억했다가 그 박스들만 옮깁니다. 실제 벨트 마찰을 단순하게 흉내 낸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Lost는 정적 변수라서 왼쪽·오른쪽 삭제 영역이 하나의 값을 공유합니다. 이 값이 HR0 bit2로 PLC에 전달됩니다.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Collider의 Is Trigger 체크 하나로 동작이 달라집니다. 에디터 Inspector에서 직접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아직 제어기가 없으므로 벨트는 움직이지 않는 것이 정상입니다. 박스를 떨어뜨려 Lost 로그를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버전이 다르면 재가져오기에 오래 걸립니다. 설치가 어려우면 빌드본으로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SensorTrigger는 아주 짧은 코드지만 디지털트윈의 입력 전부입니다. 들어오면 더하고 나가면 빼는 단순한 구조를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박스가 센서 영역에서 서로 겹칠 때 생기는 오동작을 막는 방법입니다. 작은 차이지만 PLC 판단에는 큰 영향을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Unity의 toController 배열 0번이 Modbus HR0입니다. 비트 번호가 레지스터 맵과 정확히 일치하는지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중요한 표입니다. 세 시스템의 이름이 다르지만 같은 비트를 가리킨다는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ConveyorBelt는 LEFT와 RIGHT가 같으면 아무것도 하지 않고 돌아갑니다. 방향은 z축 부호로만 결정됩니다.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Unity는 둘 다 1이면 멈추지만 이것은 마지막 안전망일 뿐입니다. 1일차에 만든 PLC 인터록이 1차 방어선입니다.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10진 값과 비트를 함께 읽는 연습을 합니다. HR10이 1이면 LEFT, 2이면 RIGHT입니다.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Inspector는 실행 중인 값을 실시간으로 보여주므로 PLC 모니터링 화면과 비슷합니다. 속도는 실험 후 반드시 원래대로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Inspector에서 바꿀 수 있는 값입니다. 오늘은 기본값을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통신은 Unity 메인 스레드가 아니라 별도 작업에서 돕니다. 그래서 통신이 느려져도 화면은 부드럽게 움직입니다.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앞의 7바이트가 MBAP 헤더, 나머지가 PDU입니다. 2일차에 배운 프레임 구조를 실제 코드로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2일차에 배운 MBAP 헤더와 PDU가 코드에서 바이트 단위로 만들어집니다. 표와 코드를 한 줄씩 짝지어 읽어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마스크를 만들어 AND 하는 방식은 PLC, Python, C# 모두 같습니다. 예시 값 2를 손으로 계산해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설비 통신에서도 자동 재접속은 필수 기능입니다. 6교시에 직접 끊어 보며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문제가 PLC 설정인지 Unity 쪽인지 나누기 위해 Python 서버로 먼저 확인합니다. 반드시 종료해야 PLC가 1502 포트를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먼저, 클라이언트 나중이 원칙입니다. 그래도 자동 재접속 덕분에 순서가 틀려도 결국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화면의 항목 이름과 %QW 주소는 CODESYS 버전에 따라 조금 다를 수 있으니 I/O Mapping 탭에서 직접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1일차 5교시에 만든 타이머와 카운터가 실제로 보이는 순간입니다. 온라인 모니터링 화면과 Unity 화면을 나란히 띄우게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순간의 레지스터 값을 학생이 직접 관찰해 채우게 합니다. 예상 값과 다르면 어느 단계에서 어긋났는지 추적합니다.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RESET은 PLC가 Unity의 박스를 되돌리는 명령입니다. 한 번만 동작하도록 상승 에지를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레지스터 맵을 지키기 때문에 제어기를 교체할 수 있습니다. 이 구조가 5일차 AI 제어로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산업 현장에서는 이것을 Virtual Commissioning이라고 부릅니다. B과정 3일차에서도 같은 개념을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화면이 설비 운전자의 HMI 역할을 합니다. 램프 색만 보고 상태를 말할 수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속 I/O 맵과 교재의 표가 일치하는지 확인하는 것도 점검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Lost는 정지 조건이므로 출력이 모두 꺼져야 합니다. 해제 방법은 현장 규칙에 따라 정하도록 토론해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끊겼을 때 마지막 명령을 유지하는지 직접 관찰하게 합니다. 현장에서는 통신 감시 타이머로 정지시키는 것이 일반적이라는 점을 토론 주제로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항목을 통과하면 오늘의 결과물이 완성된 것입니다. 통과하지 못한 항목은 문제 해결 슬라이드를 보며 고칩니다.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원인은 Python 서버가 아직 1502 포트를 잡고 있는 경우입니다. 한 번에 서버는 하나만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섀도는 현실 → 가상만 자동, 트윈은 양방향 자동
Q2. 여러 물체가 겹쳐도 하나라도 남아 있으면 ON을 유지하기 위해
Q3. LEFT·RIGHT 모두 1 → 정지 (moveLeft == moveRight)
Q4. FC23 (Read/Write Multiple Registers), 20ms
Q5. 같은 1502 포트를 쓰므로 서버는 하나만 실행 가능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연결한 구조가 4·5일차에도 그대로 쓰입니다. 다음 시간에는 이 디지털트윈에서 데이터와 영상을 모읍니다.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스마트제조 기초실습  ·  3일차  디지털트윈 구축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unity.com/download" TargetMode="External"/><Relationship Id="rId2" Type="http://schemas.openxmlformats.org/officeDocument/2006/relationships/hyperlink" Target="https://unity.com/releases/editor/archive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tore.codesys.com/en/codesys.html" TargetMode="External"/><Relationship Id="rId2" Type="http://schemas.openxmlformats.org/officeDocument/2006/relationships/hyperlink" Target="https://www.python.org/downloads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스마트제조 기초실습  ·  3일차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디지털트윈 구축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Unity 가상 컨베이어를 1일차 CODESYS PLC로 실시간 제어하기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디지털트윈의 개념과 수준(모델·섀도·트윈)을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Unity 가상 컨베이어의 센서·모터 동작 원리를 코드로 이해한다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1일차 Ladder로 가상 컨베이어를 실시간 왕복시킨다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PLC로 움직이는 디지털트윈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신호 추적 표 (센서 → HR0 → PLC → HR10)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연동 점검표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시연 영상 1개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Unity 소스를 열어 보려면 에디터가, 실행만 하려면 빌드본이 필요합니다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Hub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에디터 관리 도구 · 무료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Unity Hub 설치 후 Unity 계정으로 로그인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Personal 라이선스 활성화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Hub &gt; Projects &gt; Add로 ConveyorURP 폴더 열기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unity.com/download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6000.5.9f1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URP 17.5 · 프로젝트와 같은 버전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Hub &gt; Installs &gt; Install Editor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목록에 없으면 아카이브에서 6000.5.9f1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설치 모듈: Windows Build Support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unity.com/releases/editor/archive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ConveyorURP 빌드본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BuildWin · 에디터 없이 실행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교육 폴더에서 BuildWin 폴더 복사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모드 버튼에서 Controller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소스 분석은 에디터, 시연은 빌드본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1·2일차에 설치한 도구를 그대로 씁니다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7820" cy="4297680"/>
          </a:xfrm>
          <a:prstGeom prst="roundRect">
            <a:avLst>
              <a:gd name="adj" fmla="val 25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V3.5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SP22 (3.5.22.40) · Windows 전용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49606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1일차 프로젝트 열기 (자동 왕복 Ladder)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SysTray에서 Control Win 시작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런타임은 2시간 후 정지 → Stop/Start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4960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store.codesys.com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5060" y="1737360"/>
            <a:ext cx="5417820" cy="4297680"/>
          </a:xfrm>
          <a:prstGeom prst="roundRect">
            <a:avLst>
              <a:gd name="adj" fmla="val 255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3660" y="1920240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 + pymodbus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23660" y="2377440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통신 확인용 테스트 서버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23660" y="2788920"/>
            <a:ext cx="49606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pymodbus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PLC가 없을 때 modbus_server.py로 대체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PLC와 동시에 1502 포트를 쓰지 않기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5394960"/>
            <a:ext cx="49606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디지털트윈 개념, 모델·섀도·트윈 수준, 구성 요소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프로젝트 구조: Scene, 컨베이어, 박스 생성·삭제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가상 센서·모터: 트리거 센서, 방향 결정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 클라이언트 분석: FC23, 20ms, 재연결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 ↔ Unity 실시간 연동 (1일차 Ladder)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실습·점검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상태 UI·I/O 맵, Lost 재현, 통신 끊김·재연결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디지털트윈 개념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현실 설비와 가상 모델이 데이터로 연결된 상태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디지털트윈은 데이터로 연결된 쌍둥이다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모양만 같은 3D 모델은 디지털트윈이 아니다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물리 설비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컨베이어, 센서, 모터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또는 그 역할을 하는 PLC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가상 모델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3D 컨베이어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물리 엔진으로 박스 이동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데이터 연결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Modbus TCP로 실시간 교환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센서는 위로, 명령은 아래로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5825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세 요소가 모두 있어야 디지털트윈이다. 오늘은 세 번째, 데이터 연결을 완성한다.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연결 수준에 따라 세 단계로 나눈다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데이터가 어느 방향으로 자동으로 흐르는지가 기준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디지털 모델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데이터 연결 없음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사람이 값을 입력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640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73880" y="237744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11040" y="256032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디지털 섀도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11040" y="315468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현실 → 가상 자동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가상은 따라 보이기만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5164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9120" y="237744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6280" y="256032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디지털트윈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6280" y="315468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현실 ↔ 가상 양방향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가상 결과가 현실을 제어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 실습은 Unity 센서 → PLC, PLC 명령 → Unity가 모두 자동이므로 디지털트윈 수준이다.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수준 비교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19456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수준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현실 → 가상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가상 → 현실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설계용 3D 모델, 도면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 섀도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설비 상태 모니터링 화면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디지털트윈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오늘의 PLC ↔ Unity 연동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우리 실습에서는 Unity가 센서를 만들고 PLC가 판단하므로 역할이 거꾸로 보이지만 연결 구조는 같다.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디지털트윈의 구성 요소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설비 모델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형상: 컨베이어, 박스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물리: 중력, 마찰, 이동 속도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신호 모델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센서: Sensor01,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구동: LEFT, RIGHT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통신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Modbus TCP 1502 포트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FC23, 20ms 주기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서비스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가상 시운전, 교육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 학습 데이터 수집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만드는 시스템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센서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SensorTrigger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감지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HR0 쓰기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FC23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20ms마다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CODESYS PLC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 판단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GVL.ToPlc → FromPlc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HR10 읽기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LEFT·RIGHT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비트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컨베이어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ConveyorBelt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이동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Unity는 클라이언트, PLC는 서버다. 한 번의 FC23 요청으로 쓰기와 읽기를 동시에 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숫자로 보는 연결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20ms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통신 주기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(초당 50회)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1502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 TCP 포트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 ID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3비트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HR0 센서 정보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S1 · S2 · Lost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HR10은 LEFT(bit0), RIGHT(bit1), RESET(bit2) 세 비트를 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디지털트윈을 어디에 쓰나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가상 시운전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제작 전에 PLC 검증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오류를 미리 찾아 비용 절감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교육·훈련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위험 없이 고장 상황 연습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Lost, 통신 끊김 재현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AI 학습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실제 설비 없이 데이터 수집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4·5일차 실습의 기반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911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 만드는 연결은 가상 시운전이자, 4일차 비전과 5일차 강화학습의 실험장이 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Unity 프로젝트 구조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Scene · GameObject · Component · Prefab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Unity의 기본 단위 네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Scene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하나의 작업 공간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SampleScene.unity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GameObject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컨베이어, 센서, 박스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모든 물체의 기본 단위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Component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기능 부품: Collider, Rigidbody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우리가 만든 C# 스크립트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Prefab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재사용 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박스는 Prefab으로 생성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스크립트는 정해진 순서로 호출된다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Start()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한 번 실행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초기화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Update()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매 프레임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센서·UI 갱신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FixedUpdate()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물리 주기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박스 이동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OnTrigger / OnCollision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충돌 이벤트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감지·적재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ConveyorBelt는 FixedUpdate에서 박스를 옮긴다. PLC의 스캔처럼 반복 실행된다.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씬 구성과 담당 스크립트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오브젝트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스크립트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컨베이어 벨트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ConveyorBelt.cs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LEFT·RIGHT에 따라 박스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2개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SensorTrigger.cs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박스가 들어오면 감지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I/O 처리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ConveyorIOController.cs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→ toController 비트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통신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ModbusController.cs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FC23로 PLC와 교환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버튼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BoxButton.cs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드래그로 박스 생성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삭제 영역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BoxDeleteArea.cs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이탈 박스 삭제, Lost 표시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리셋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ConveyorResetController.cs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 비트로 박스 복귀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BoxButton: 마우스로 박스를 만든다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ConveyorURP/Assets/Scripts/BoxButton.cs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OnPointerDown(PointerEventData eventData)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spawnPosition =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Vector3(fixedX, spawnY, spawnZ);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currentBox = Instantiate(boxPrefab,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spawnPosition, Quaternion.identity);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currentRigidbody = currentBox.GetComponent&lt;Rigidbody&gt;();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들고 있는 동안 물리 동작 중지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currentRigidbody.useGravity = false;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currentRigidbody.isKinematic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MoveBox(eventData.position);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OnPointerUp(PointerEventData eventData)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currentRigidbody.isKinematic = false;  // 물리 재시작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currentRigidbody.useGravity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누르면 Prefab으로 박스 생성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드래그 중에는 물리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놓으면 중력이 켜져 벨트에 떨어짐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X 좌표는 fixedX로 고정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ConveyorBelt: 벨트 위 박스만 옮긴다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ConveyorURP/Assets/Scripts/ConveyorBelt.cs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벨트에 닿은 박스만 목록에 추가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OnCollisionEnter(Collision collision)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(!collision.gameObject.CompareTag("Box"))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Rigidbody rb = collision.rigidbody;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(rb == null)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boxesOnBelt.Add(rb);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벨트에서 떨어지면 목록에서 제거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OnCollisionExit(Collision collision)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(!collision.gameObject.CompareTag("Box"))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boxesOnBelt.Remove(collision.rigidbody);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Tag가 Box인 물체만 처리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HashSet에 담아 중복 방지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목록에 있는 박스만 FixedUpdate에서 이동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벨트처럼 접촉한 물체만 움직임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BoxDeleteArea: 이탈하면 Lost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ConveyorURP/Assets/Scripts/BoxDeleteArea.cs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bool workpieceLost = false;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bool IsWorkpieceLost =&gt; workpieceLost;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OnTriggerEnter(Collider other)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(!other.CompareTag("Box"))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workpieceLost = true;            // Lost 발생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Debug.Log($"[FAULT] Workpiece Lost : {gameObject.name}");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Destroy(other.gameObject);       // 박스 삭제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ResetFault()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workpieceLost = false;           // RESET 때 해제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 양 끝 밖에 삭제 영역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떨어지면 Lost =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Lost는 HR0 bit2로 PLC에 전달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RESET 신호가 오면 해제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Trigger와 Collision의 차이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Trigger (통과 감지)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물체가 통과, 밀어내지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OnTriggerEnter / Exit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센서, 삭제 영역에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Collision (충돌)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물체가 부딪혀 멈추거나 튕김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OnCollisionEnter / Exit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벨트 위 박스 적재에 사용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센서는 박스를 막으면 안 되므로 Trigger, 벨트는 박스를 받쳐야 하므로 Collision이다.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프로젝트를 열고 박스를 놓아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Hub에서 ConveyorURP 열기 (또는 빌드본 실행)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Assets/Scenes/SampleScene.unity 열기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Hierarchy에서 컨베이어·센서·삭제 영역 찾기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Play 후 박스 버튼을 드래그해 벨트 위에 놓기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벨트 밖으로 떨어뜨려 Console에 Lost 로그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박스가 벨트 위에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Console: [FAULT] Workpiece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통신 없으면 벨트는 움직이지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2교시 문제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프로젝트가 안 열림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에디터 버전 6000.5.9f1 확인. 다른 버전이면 업그레이드 경고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분홍색 물체가 보임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URP 패키지 미설치. Package Manager에서 URP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박스가 생성되지 않음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BoxButton의 boxPrefab 연결 확인 (Inspector)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가상 센서와 모터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트리거 센서 · 방향 결정 · 신호 매핑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SensorTrigger: 들어오면 +1, 나가면 −1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ConveyorURP/Assets/Scripts/SensorTrigger.cs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SensorTrigger : MonoBehaviour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bool isDetected = false;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int detectedCount =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IsDetected =&gt; isDetected;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OnTriggerEnter(Collider other)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detectedCount++;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isDetected = detectedCount &gt;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void OnTriggerExit(Collider other)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detectedCount--;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(detectedCount &lt; 0) detectedCount =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isDetected = detectedCount &gt; 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개수를 세서 감지 여부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물체 두 개가 겹쳐도 정확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음수 방지 처리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광전 센서의 ON/OFF와 같음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bool 대신 개수를 셀까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bool만 쓰면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 진입 →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 진입 →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 이탈 → OFF (B가 남았는데)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개수를 세면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 진입 →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 진입 →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 이탈 → 1, 여전히 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2849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 영역에 물체가 하나라도 있으면 ON. 실제 센서 동작과 같아진다.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ConveyorIOController: 센서를 비트로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ConveyorURP/Assets/Scripts/ConveyorIOController.cs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UpdateController(bool sensor01Detected,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bool sensor02Detected)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SENSOR 01 → toController[0].0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modbusController.SetToControllerBit(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0, sensor01Detected);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SENSOR 02 → toController[0].1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modbusController.SetToControllerBit(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1, sensor02Detected);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WORKPIECE LOST → toController[0].2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modbusController.SetToControllerBit(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 2, BoxDeleteArea.IsWorkpieceLost);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toController[0] = HR0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Sensor01, bit1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WorkpieceLost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매 프레임(Update) 갱신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신호 매핑: Unity ↔ Modbus ↔ CODESYS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19456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신호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Modbus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CODESYS 변수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toController[0].0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toController[0].1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WorkpieceLost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toController[0].2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GVL.ToPlc[0].2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fromController[0].0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fromController[0].1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fromController[0].2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bit2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GVL.FromPlc[0].2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ConveyorBelt: LEFT·RIGHT로 방향 결정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ConveyorURP/Assets/Scripts/ConveyorBelt.cs (FixedUpdate 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moveLeft  = modbusController.GetFromControllerBit(0, 0);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moveRight = modbusController.GetFromControllerBit(0, 1);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  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0      0   -&gt; STOP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1      1   -&gt; STOP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(moveLeft == moveRight)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direction = moveLeft ? -1.0f : 1.0f;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(Rigidbody rb in boxesOnBelt)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rb.WakeUp();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position = rb.position;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position.z += direction * moveSpeed * Time.fixedDeltaTime;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rb.MovePosition(position);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둘 다 0이거나 둘 다 1이면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LEFT면 −z, RIGHT면 +z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moveSpeed 기본 0.05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쪽에도 안전 장치가 있음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LEFT·RIGHT 진리표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 (HR10.0)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 (HR10.1)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컨베이어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정상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쪽으로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쪽으로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인터록 위반, PLC에서 막아야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박스 한 개의 신호 여행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진입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OnTriggerEnter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HR0 = 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bit0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다음 20ms에 전송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Ladder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MoveRight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자기유지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HR10 = 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bit1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Unity가 읽음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이동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+z 방향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HR10 = 2는 이진수 0b010, 즉 bit1(RIGHT)만 켜진 값이다.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속도와 센서를 관찰하기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Play 상태에서 Sensor01 오브젝트 선택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Inspector에서 isDetected, detectedCount 관찰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센서 위에 놓아 값이 바뀌는지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ConveyorBelt의 moveSpeed를 0.05 → 0.1로 바꿔 보기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실험 후 moveSpeed를 0.05로 되돌리기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센서 진입 시 detectedCount =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이탈 시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moveSpeed는 PLC와 무관한 설비 특성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Modbus 클라이언트 분석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ModbusController.cs · FC23 · 20ms · 재연결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ModbusController의 설정값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5577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ipAddress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127.0.0.1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서버(PLC 또는 Python) 주소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port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Modbus TCP 포트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writeStartAddress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HR0~9에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readStartAddress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HR10~19 읽기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pollIntervalMs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통신 주기 (ms)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reconnectIntervalMs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재접속 간격 (ms)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connect / responseTimeoutMs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500 / 500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연결·응답 제한 시간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통신 루프는 계속 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연결 확인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끊겨 있으면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1초마다 재접속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쓰기 준비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toController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10워드 복사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FC23 요청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HR0~9 쓰기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HR10~19 읽기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응답 저장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fromController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10워드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20ms 대기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다음 주기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CommunicationLoopAsync가 별도 Task에서 실행되어 화면이 멈추지 않는다.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FC23 요청 프레임 구조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420624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위치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크기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Unity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0~1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Transaction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요청마다 +1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2~3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Protocol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4~5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Length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 + PDU 길이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 ID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Function Code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0x17 (=23)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8~11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읽기 주소·개수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10, 10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12~16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쓰기 주소·개수·바이트 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0, 10, 20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17~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쓰기 데이터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HR0~9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FC23 요청을 만드는 코드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ConveyorURP/Assets/Scripts/ModbusController.cs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MBAP Header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0, currentTransactionId);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2, 0);          // Protocol ID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4, mbapLength); // Length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request[6] = unitId;                 // Unit ID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request[7] = 0x17;                   // FC23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8,  readAddress);   // 10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10, readCount);     // 10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12, writeAddress);  //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WriteUInt16(request, 14, writeCount);    // 10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request[16] = (byte)(writeCount * 2);    // 20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표의 구조가 코드 한 줄씩 대응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0x17 = 10진수 23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번 요청으로 쓰기와 읽기를 함께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응답 지연은 500ms 넘으면 오류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비트 꺼내기: GetFromControllerBit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ConveyorURP/Assets/Scripts/ModbusController.cs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GetFromControllerBit(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wordIndex, int bitIndex)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(wordIndex &lt; 0 ||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wordIndex &gt;= fromController.Length) return false;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(bitIndex &lt; 0 || bitIndex &gt; 15) return false;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ushort mask = (ushort)(1 &lt;&lt; bitIndex);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(fromController[wordIndex] &amp; mask) != 0;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예: HR10 = 2 (0b010)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bit 0 → mask 1 → 2 &amp; 1 = 0 → false (LEFT)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bit 1 → mask 2 → 2 &amp; 2 = 2 → true  (RIGHT)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 &lt;&lt; n 으로 마스크 생성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AND 연산 결과가 0이 아니면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SetToControllerBit는 OR로 켜고 AND NOT으로 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2일차 Python 비트 연산과 같은 원리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끊겨도 스스로 다시 붙는다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연결 실패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서버가 꺼져 있으면 연결 실패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1000ms 기다린 뒤 다시 시도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응답 없음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500ms 안에 응답이 없으면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연결을 끊고 처음부터 재접속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서버 재시작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재시작, Python 재실행에도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Unity를 다시 켤 필요 없음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재접속 간격 reconnectIntervalMs = 1000, 연결·응답 제한 시간 = 500ms. 모두 Inspector에서 바꿀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Python 테스트 서버로 통신 확인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PLC 대신 Python 서버로 Unity 통신부터 확인한다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AI_Training 폴더에서 python modbus_server.py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콘솔에 Server Started 127.0.0.1:1502 확인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실행 → Controller 모드 → 연결 램프 녹색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Sensor01에 놓고 서버 HR0 값 변화를 관찰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확인 후 Ctrl+C로 서버 종료 (포트 비우기)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연결 램프 녹색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HR0 bit0 =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종료 후 PLC 실습으로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PLC ↔ Unity 실시간 연동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1일차 Ladder로 가상 컨베이어 왕복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연결 순서는 서버 먼저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CODESYS 런타임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SysTray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Control Win 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Login · Start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1일차 프로젝트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RUN 상태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 서버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1502 포트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대기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실행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Controller 모드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IP 127.0.0.1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연결 램프 녹색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20ms 교환 시작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서버(PLC)가 먼저 떠 있어야 클라이언트(Unity)가 붙는다. 순서가 바뀌어도 Unity는 1초마다 재접속한다.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CODESYS를 서버로 준비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서버가 꺼졌는지 확인 (1502 포트 비우기)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1일차 CODESYS 프로젝트 열기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ModbusTCP Server Device: Port 1502, Unit ID 1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Holding registers 20, Writable ON, Bind to Adapter OFF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Online &gt; Login → Download → Start (RUN)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컴파일 오류 0개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상태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I/O Mapping: HR0~9 → GVL.ToPlc, HR10~19 → GVL.FromPlc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가상 컨베이어 왕복시키기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실행 → Controller 모드 → 연결 램프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 근처 벨트 위에 놓기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온라인 화면에서 Sensor01, MoveRight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박스가 Sensor02에 도착하면 LEFT로 바뀌는지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3회 왕복 후 Done으로 정지하는지 확인 (5교시 확장)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MoveLeft·MoveRight 동시 ON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센서 도착 후 1초 대기 후 반전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3회 왕복 후 정지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신호 추적 표를 채워 보자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743200"/>
                <a:gridCol w="192024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순간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HR0 (센서)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 판단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 (명령)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박스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박스를 Sensor01에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사이 이동 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자기유지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1초 대기 후 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→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→ 왼쪽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벨트 밖으로 떨어짐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 →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삭제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HR0 = 4는 bit2(Lost)만 켜진 값이다. 표의 값은 Python 클라이언트나 CODESYS 모니터로 확인한다.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RESET 비트: 박스를 처음 자리로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ConveyorURP/Assets/Scripts/ConveyorResetController.cs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HR10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ushort commandWord = modbusController.fromController[0];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HR10.bit2 = RESET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reset = (commandWord &amp; 0x0004) != 0;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Rising Edge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(reset &amp;&amp; !previousReset)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ResetBox();   // Lost 해제 + 박스를 resetPoint로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previousReset = reset;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PLC가 GVL.FromPlc[0].2를 켜면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상승 에지에서 한 번만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 해제 후 박스 재배치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쪽 R_TRIG와 같은 개념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 서버와 PLC 서버, 무엇이 다른가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Python 서버 (modbus_server.py)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레지스터만 보관, 판단 없음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코드로 쉽게 실험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AI 제어(5일차)에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CODESYS PLC 서버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Ladder가 매 스캔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산업 현장과 같은 구조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오늘의 가상 시운전에 사용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입장에서는 둘 다 같은 1502 포트의 서버다. 그래서 제어기만 바꿔 끼울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가상 시운전으로 얻는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설비 전 검증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 오류를 설비 없이 발견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재작업 비용 감소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안전한 고장 시험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Lost, 통신 끊김을 마음껏 재현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사람·설비 위험 없음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교육 반복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같은 상황을 몇 번이든 재현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모두가 같은 설비로 실습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산업 현장에서는 Virtual Commissioning이라 부른다. 실제 설비 제작 전에 PLC 프로그램을 검증하는 단계다.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상태 UI와 점검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SystemStatus_UI · IOMapUI · Lost · 통신 끊김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SystemStatus_UI: 화면이 곧 HMI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연결 램프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연결: 녹색, 끊김: 빨간색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IsConnected 값으로 판단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이동 램프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 Left / Move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 bit0, bit1 표시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센서 램프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Sensor01 /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ON 녹색, OFF 회색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메인 화면과 System Status 패널 두 곳에 같은 센서 상태를 보여준다.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IOMapUI: 버튼과 패널</a:t>
            </a:r>
            <a:endParaRPr lang="en-US" sz="3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버튼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열리는 패널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IO MAP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ioMapPanel_Controller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Controller 모드의 I/O 할당 확인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MONITOR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monitorPanel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상태 모니터 보기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CLOSE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모든 패널 닫기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시뮬레이션 화면으로 복귀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IO MAP 패널의 내용과 오늘 만든 신호 매핑 표가 같은지 비교한다.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점검 1: Lost 상황 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컨베이어가 RIGHT로 움직이는 중 박스를 끌어 벨트 밖으로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Console에 [FAULT] Workpiece Lost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HR0 bit2 = 1 → PLC Lost 접점 ON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MoveLeft, MoveRight 모두 OFF로 정지하는지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RESET 또는 Unity 재시작으로 Lost 해제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Lost 중 모터 출력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해제 전 재기동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1일차 6교시 로직과 일치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점검 2: 통신 끊김과 재연결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정상 왕복 중 CODESYS에서 Stop 또는 Logout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연결 램프가 빨간색으로 바뀌는지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컨베이어가 마지막 명령으로 계속 가는지 관찰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Start → 1초 안팎에 램프 녹색 복귀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관찰 결과를 점검표에 기록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재연결 자동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끊긴 동안의 동작을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현장이라면 어떤 안전 조치가 필요할지 토론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3일차 연동 점검표</a:t>
            </a:r>
            <a:endParaRPr lang="en-US" sz="3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389120"/>
                <a:gridCol w="5577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번호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점검 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판정 기준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연결 램프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RUN 후 녹색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→ HR0 bit0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 진입 시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자동 왕복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S1 → RIGHT, S2 → 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인터록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LEFT·RIGHT 동시 ON 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3회 왕복 후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Done ON, 출력 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HR0 bit2 = 1이면 출력 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재연결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재시작 후 자동 복귀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연결 램프가 계속 빨간색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 RUN 확인, Python 서버 종료 확인, 포트 1502 · Unit ID 1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연결은 되는데 박스가 안 움직임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I/O Mapping에서 HR10~19 → GVL.FromPlc 연결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센서 값이 PLC에 안 들어옴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 프로그램이 GVL.ToPlc에 값을 쓰지 않는지 확인 (읽기만)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2시간 뒤 갑자기 멈춤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라이선스 없는 런타임 제한. SysTray에서 Stop → Start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디지털 섀도와 디지털트윈의 차이를 데이터 흐름 방향으로 설명하시오.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SensorTrigger가 bool 대신 detectedCount를 쓰는 이유는?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HR10 값이 3일 때 ConveyorBelt는 어떻게 동작하는가?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Unity가 PLC와 데이터를 주고받을 때 쓰는 함수 코드와 주기는?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Python 서버와 PLC 서버를 동시에 실행하면 안 되는 이유는?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디지털트윈은 현실과 가상이 양방향 데이터로 연결된 상태다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SensorTrigger → HR0, HR10 → ConveyorBelt 로 신호가 흐른다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Unity는 FC23으로 20ms마다 쓰기와 읽기를 한 번에 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서버는 하나만: PLC 또는 Python, 제어기만 바꿔 끼울 수 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가상 시운전으로 Lost·통신 끊김을 안전하게 시험했다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4일차 · 생산 데이터 분석과 AI Vision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스마트제조 기초실습 3일차 - 디지털트윈 구축</dc:title>
  <dc:subject>PptxGenJS Presentation</dc:subject>
  <dc:creator>TWINIEX</dc:creator>
  <cp:lastModifiedBy>TWINIEX</cp:lastModifiedBy>
  <cp:revision>1</cp:revision>
  <dcterms:created xsi:type="dcterms:W3CDTF">2026-10-19T04:07:08Z</dcterms:created>
  <dcterms:modified xsi:type="dcterms:W3CDTF">2026-10-19T04:07:08Z</dcterms:modified>
</cp:coreProperties>
</file>