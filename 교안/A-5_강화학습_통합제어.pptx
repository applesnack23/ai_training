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a970bfd-8189-3c65-aac5-c694053cd67b}">
          <p14:sldIdLst>
            <p14:sldId id="256"/>
            <p14:sldId id="257"/>
            <p14:sldId id="258"/>
            <p14:sldId id="259"/>
            <p14:sldId id="260"/>
          </p14:sldIdLst>
        </p14:section>
        <p14:section name="1. 강화학습 개념" id="{149a6030-2b62-e4a1-31da-a3a6203169e9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 Gymnasium 환경" id="{97b87f2f-0e84-b3dc-30dd-ef6b4cb5423a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3. PPO 학습" id="{8998ce1b-6ada-9a4c-9b72-043c2c0ff9ef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4. 학습 모델로 제어" id="{694d279d-5e8c-64af-3839-0757a3f50ba1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5. 제어 방식 비교" id="{3410becf-b9a1-e817-24af-6eca67ec4006}">
          <p14:sldIdLst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6. 통합 시연과 발표" id="{67cf7cd9-dda7-0e29-df0a-28dc13dc68d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5일차는 지금까지 만든 컨베이어를 AI가 스스로 배워서 제어하게 만드는 날입니다. 1일차 Ladder, 2일차 Python, 오늘은 PPO로 같은 컨베이어를 움직입니다.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목표는 세 가지입니다. 문제 정의, 학습, 그리고 비교입니다. 마지막 교시에는 5일간 만든 것을 통합해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패키지는 모두 pip로 설치합니다. macOS와 Ubuntu에서는 pip3를 쓰고, 가상환경 사용을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학습된 모델 파일 ppo_conveyor_20k.zip이 폴더에 이미 있습니다. 학습 시간이 부족하면 이 파일로 4교시를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오전에는 개념과 환경, 학습을 다루고 오후에는 실행, 비교, 통합 시연을 합니다. 학습은 실시간이라 오래 걸리므로 3교시에 시작해 두고 다른 내용을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1교시는 이론입니다. 강화학습이 지도학습, 모방학습과 무엇이 다른지 컨베이어 예로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단어만 기억하면 됩니다. 상태를 보고 행동을 고르고, 보상을 받고, 그 경험으로 정책을 고칩니다. 오늘 만드는 AI의 결과물은 정책입니다.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왼쪽부터 한 바퀴가 1 step입니다. Unity의 실제 시간으로 움직이므로 step 수가 곧 학습 시간입니다.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지도학습과 모방학습은 정답을 보고 따라 배웁니다. 강화학습은 정답 없이 점수만 보고 배웁니다. 그래서 학습 시간이 훨씬 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기반은 사람이 방법을 알려 주고, 강화학습은 목표만 알려 줍니다. 오늘 컨베이어 문제는 규칙으로도 쉽게 풀리므로 비교하기 좋은 예제입니다.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보상 설계가 강화학습의 핵심입니다. 작은 감점은 빨리 끝내도록 재촉하는 역할입니다. STOP에 추가 감점을 준 이유도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PPO는 Proximal Policy Optimization의 약자입니다. 수식보다는 정책을 조금씩 안정적으로 고친다는 점만 기억하면 됩니다. 오늘은 Stable-Baselines3가 제공하는 PPO를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20,000 step에 0.1초씩이면 2,000초, 약 33분입니다. 에피소드마다 리셋 대기가 더해지므로 넉넉히 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짧게 묻고 넘어갑니다.
정답
Q1. 상태 [Sensor01, Sensor02, LastSensor] / 행동 STOP·LEFT·RIGHT / 보상 목표 센서 도착 +1 등
Q2. 모방학습은 전문가 시연이 정답, 강화학습은 정답 없이 보상으로 학습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2교시는 conveyor_env.py를 읽습니다. 환경이 상태, 행동, 보상을 어떻게 정의하는지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Gymnasium 환경은 AI와 실제 시스템 사이의 번역기입니다. PPO는 reset과 step 두 함수만 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Gymnasium에서는 행동과 관측의 모양을 먼저 정의합니다. 행동은 0부터 2까지 하나, 관측은 정수 세 개입니다. 이 모양이 정해져야 PPO가 신경망 입력과 출력 크기를 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두 개만으로는 박스가 가운데 있을 때 어느 쪽으로 가는 중인지 알 수 없습니다. 그래서 LastSensor를 관측에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행동 번호와 HR10 값이 같아 보이지만 의미는 비트입니다. RIGHT는 bit1이라 값이 2입니다.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2일차에 배운 비트 연산이 그대로 쓰입니다. HR0에서 센서 비트를 꺼내고, 행동 번호를 HR10 비트로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보상 코드는 보상표를 그대로 옮긴 것입니다. 센서가 0에서 1로 바뀌는 순간, 즉 상승 에지에서만 점수를 줘서 센서 위에 머무르며 점수를 반복해 받지 못하게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에피소드가 끝나는 두 가지 경우입니다. 성공하면 terminated, 시간이 다 되면 truncated로 구분합니다. 어느 경우든 먼저 STOP 명령을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오늘 AI가 따르는 유일한 규칙입니다. 어떤 방향으로 가라는 말은 어디에도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에피소드마다 박스를 처음 위치로 되돌려야 같은 조건에서 다시 시도할 수 있습니다. HR10 bit2를 잠깐 켰다 끄는 펄스로 Unity를 리셋합니다.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환경을 먼저 손으로 확인하면 학습 중 문제가 생겼을 때 원인을 좁히기 쉽습니다. Unity와 Python 중 하나만 서버가 되어야 한다는 점을 다시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3교시는 실제 학습입니다. 시작해 두고 기다리는 동안 코드와 학습 곡선 읽는 법을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코드는 두 부분으로 나뉩니다. 서버 스레드와 학습 메인 루프입니다. 환경은 run_coroutine_threadsafe로 서버 루프에 요청을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환경을 만들 때 행동 주기, 최대 step, 목표 왕복 횟수를 정합니다. Monitor는 에피소드별 보상과 길이를 기록해 TensorBoard에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Stable-Baselines3에서는 PPO 객체를 만들고 learn을 부르면 끝입니다. 학습이 끝나면 save로 zip 파일이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하이퍼파라미터는 바꾸지 않고 기본값으로 학습합니다. 심화 과제에서 gamma나 learning_rate를 바꿔 비교해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CODESYS나 다른 Python 서버가 켜져 있으면 포트가 겹칩니다. 시작 전에 모두 종료하게 합니다. 학습 도중 Ctrl+C로 멈추면 모델이 저장되지 않는다는 점을 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verbose=1이라 PPO가 주기적으로 표를 출력합니다. 가장 먼저 볼 값은 ep_rew_mean입니다.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TensorBoard는 학습 중에도 볼 수 있습니다. 이전 실행 결과가 logs 폴더에 있다면 함께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그래프 이름은 Stable-Baselines3가 기록하는 이름 그대로입니다. 오늘은 위 두 개만 꼭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학습이 안 될 때는 대부분 알고리즘보다 통신이나 리셋 문제입니다. 2교시의 test_env.py로 다시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4교시는 학습한 모델을 불러와 실제로 제어합니다. 학습이 끝나지 않았다면 폴더에 있는 학습된 모델을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코드는 학습 코드와 달리 비동기 하나로 동작합니다. 시작 전에 박스가 Sensor01에 있어야 제어를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실행할 때는 학습된 zip 파일을 불러옵니다. 이번에는 Python이 직접 Modbus 서버가 되어 Unity의 접속을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학습할 때와 같은 형식의 관측을 넣어야 합니다. predict가 돌려준 행동을 HR10에 쓰고 0.1초 기다리는 것을 반복합니다.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박스를 Sensor01에 놓아야 시작합니다. 왕복 3회를 채우면 스스로 멈춥니다.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상태에서 AI가 고른 행동이 Ladder와 같은지 확인합니다. 같은 동작을 사람이 규칙으로 쓰지 않았는데도 스스로 찾아낸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중의 무작위성은 탐색을 위한 것입니다. 실제 제어에서는 무작위성을 꺼서 안정적으로 동작하게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빈칸은 수강생이 직접 채웁니다. 5교시 비교표에 이 결과를 옮겨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5교시는 같은 컨베이어를 세 가지 방법으로 제어해 보고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같은 레지스터 맵을 씁니다. 제어기만 바꿔 끼우면 Unity는 그대로입니다. 이것이 5일 내내 같은 맵을 지킨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하나가 항상 낫지는 않습니다. 현장에서는 안전 인터록은 PLC가 맡고, AI는 판단이 필요한 부분을 맡는 식으로 함께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측정은 스톱워치면 충분합니다. 중요한 것은 같은 조건으로 비교하는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숫자는 환경마다 다르므로 미리 정답을 알려 주지 않습니다. 각 조의 결과를 비교해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토론 주제로 씁니다. 정답이 정해진 질문이 아니라 각자 경험에 따라 의견을 나누게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인터페이스를 고정하면 제어기를 자유롭게 바꿀 수 있습니다. 실제 공장에서도 같은 원리로 기존 설비에 AI를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교시입니다. 조별로 통합 시연을 하고 발표합니다.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시나리오 안에서 1일차부터 5일차까지 만든 것을 모두 보여 줍니다. 비전은 Modbus와 별개 포트 8000이라 함께 켜도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순서대로 진행하면 포트 충돌이 없습니다. CODESYS를 정지하지 않고 Python 서버를 켜면 실패한다는 점을 미리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짧게 합니다. 시연이 실패해도 원인을 설명하면 좋은 발표입니다.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비중은 과정 안내와 같습니다. 통합 시연은 성공 여부보다 과정을 설명할 수 있는지를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남는 조에게 제시합니다. 보상 하나만 바꿔도 행동이 달라지는 것을 직접 보는 것이 가장 좋은 학습입니다.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문제는 포트 충돌입니다. 서버는 하나만이라는 원칙을 다시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관측 Sensor01, Sensor02, LastSensor / 행동 STOP(0), LEFT(1), RIGHT(2)
Q2. 두 센서가 모두 0일 때 박스의 이동 방향을 알 수 없기 때문
Q3. +10, −10
Q4. 2,000초, 약 33분 (리셋 대기 제외)
Q5. 가장 확률 높은 행동만 골라 같은 상태에서 항상 같은 동작을 하게 하려고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5일간 같은 컨베이어로 PLC에서 AI까지 왔습니다. 결과물을 제출하고 과정을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스마트제조 기초실습  ·  5일차  AI 강화학습 및 통합 제어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ymnasium.farama.org/" TargetMode="External"/><Relationship Id="rId2" Type="http://schemas.openxmlformats.org/officeDocument/2006/relationships/hyperlink" Target="https://stable-baselines3.readthedocs.io/" TargetMode="External"/><Relationship Id="rId3" Type="http://schemas.openxmlformats.org/officeDocument/2006/relationships/hyperlink" Target="https://pypi.org/project/tensorboard/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pytorch.org/get-started/locally/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스마트제조 기초실습  ·  5일차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강화학습 및 통합 제어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Gymnasium·PPO로 학습한 AI가 디지털트윈 컨베이어를 제어한다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컨베이어 제어를 강화학습 문제(상태·행동·보상)로 정의한다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Gymnasium 환경과 PPO로 제어 정책을 학습한다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학습한 AI로 디지털트윈을 제어하고 Ladder·모방학습과 비교한다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PPO 모델 ppo_conveyor_20k.zip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TensorBoard 학습 곡선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제어 방식 비교표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통합 시연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오늘 쓰는 Python 패키지입니다. 0장에서 설치했다면 확인만 합니다.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Gymnasium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강화학습 환경 표준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가상환경 활성화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gymnasium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python -c "import gymnasium"로 확인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gymnasium.farama.org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Stable-Baselines3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2.9.0 · Python 3.10 이상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stable-baselines3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PyTorch가 함께 설치됨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GPU 없이 CPU로 학습 (device="cpu")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stable-baselines3.readthedocs.io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TensorBoard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학습 곡선 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tensorboard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tensorboard --logdir logs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브라우저에서 http://localhost:6006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580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pypi.org/project/tensorboard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참고 문서와 준비물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설치가 안 될 때는 공식 문서를 먼저 확인합니다.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PyTorch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GPU를 쓸 때만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OS·CUDA 버전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표시되는 pip 명령 복사·실행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오늘 실습은 CPU로 충분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pytorch.org/get-started/locally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빌드본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ConveyorURP · Controller 모드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ConveyorURP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모드: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IP 127.0.0.1 · 포트 1502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박스를 Sensor01 위치에 배치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실습 폴더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AI_Training/conveyor_rl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conveyor_env.py · 환경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ppo_train.py · 학습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ppo_run.py ·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ppo_conveyor_20k.zip · 학습된 모델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강화학습 개념(상태·행동·보상·정책), 지도·모방학습과 차이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Gymnasium 환경 conveyor_env.py 분석, 보상표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PPO 학습 ppo_train.py (20,000 step), TensorBoard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학습 모델로 디지털트윈 제어 ppo_run.py (왕복 3회)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비교: Ladder vs 모방학습 vs PPO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통합·평가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5일 통합 시연과 발표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강화학습 개념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정답 대신 보상으로 배운다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강화학습의 네 가지 요소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에이전트가 환경에서 행동하고, 보상을 받아 정책을 고친다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43100"/>
          </a:xfrm>
          <a:prstGeom prst="roundRect">
            <a:avLst>
              <a:gd name="adj" fmla="val 564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상태 (State)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지금 환경이 어떤지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컨베이어: Sensor01, Sensor02, LastSensor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943100"/>
          </a:xfrm>
          <a:prstGeom prst="roundRect">
            <a:avLst>
              <a:gd name="adj" fmla="val 564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행동 (Action)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에이전트가 고르는 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 · LEFT · RIGHT 중 하나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91940"/>
            <a:ext cx="5394960" cy="1943100"/>
          </a:xfrm>
          <a:prstGeom prst="roundRect">
            <a:avLst>
              <a:gd name="adj" fmla="val 564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205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보상 (Reward)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14900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행동이 얼마나 좋았는지 점수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목표 센서 도착 +1, 박스 이탈 −10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4091940"/>
            <a:ext cx="5394960" cy="1943100"/>
          </a:xfrm>
          <a:prstGeom prst="roundRect">
            <a:avLst>
              <a:gd name="adj" fmla="val 564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3205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정책 (Policy)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914900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상태 → 행동을 정하는 규칙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PPO가 학습해서 만드는 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에이전트와 환경은 한 스텝씩 주고받는다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상태 관측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 읽기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[S1, S2, Last]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행동 선택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정책이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STOP·LEFT·RIGHT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환경 반영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HR10 쓰기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Unity가 이동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보상 계산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 변화로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점수 부여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 반복 한 번이 1 step입니다. 오늘 학습은 20,000 step, 한 step은 0.1초입니다.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가지 학습 방법 비교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지도학습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모방학습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강화학습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배우는 재료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정답이 붙은 데이터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전문가의 시연 데이터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보상(점수)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정답을 누가 주나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사람이 라벨링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 행동이 정답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정답 없음, 시행착오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컨베이어 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sl_dataset.csv 규칙표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il_collect로 수집한 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conveyor_env.py 보상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학습 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결정트리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결정트리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PPO 신경망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강점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빠르고 단순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 수준을 빠르게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전문가보다 나은 방법 탐색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규칙을 쓰는가, 보상을 쓰는가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953893"/>
          </a:xfrm>
          <a:prstGeom prst="roundRect">
            <a:avLst>
              <a:gd name="adj" fmla="val 371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Ladder · Python 규칙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85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사람이 조건과 동작을 직접 작성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Sensor01이면 RIGHT, Sensor02면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동작이 예측 가능하고 검증 쉬움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상황이 바뀌면 사람이 다시 작성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953893"/>
          </a:xfrm>
          <a:prstGeom prst="roundRect">
            <a:avLst>
              <a:gd name="adj" fmla="val 371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강화학습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85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사람은 목표와 점수만 정한다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어떻게 할지는 AI가 찾는다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보상 설계가 잘못되면 엉뚱하게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학습에 시간과 시행착오가 필요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45533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같은 왕복 동작을 두 방식으로 만들어 보고, 5교시에 직접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보상이 행동을 만든다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보상을 바꾸면 AI의 행동도 바뀐다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좋은 행동에 +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목표 센서에 도착하면 +1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3회 왕복 성공 +10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나쁜 행동에 −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 이탈 −10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시간 초과 −5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매 스텝 작은 −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한 스텝마다 −0.01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STOP은 추가로 −0.05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8203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매 스텝의 작은 감점이 없으면 AI는 STOP만 고르며 시간을 보낼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PPO는 어떤 알고리즘인가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정책을 직접 학습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상태를 넣으면 행동 확률이 나온다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신경망(MlpPolicy)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조금씩 고친다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번에 크게 바꾸지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학습이 안정적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모아서 학습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256 step 모은 뒤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64개씩 나눠 반복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라이브러리 사용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Stable-Baselines3의 PPO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코드 몇 줄로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학습의 규모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20,000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총 학습 step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0.1초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한 step의 시간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33분+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최소 학습 시간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(20,000 × 0.1초)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리셋과 통신 대기가 더해져 실제로는 더 걸립니다. 3교시 시작과 함께 학습을 돌려 둡니다.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1교시 확인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컨베이어 강화학습에서 상태, 행동, 보상을 각각 하나씩 예로 드시오.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70332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모방학습과 강화학습이 정답을 얻는 방법의 차이는?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Gymnasium 환경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conveyor_env.py · 컨베이어를 AI가 다룰 수 있는 형태로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환경이 AI와 Unity를 잇는다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PPO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step(action)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호출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ConveyorEnv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행동 → HR10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HR0 → 관측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modbus_server.py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Python이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서버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클라이언트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20ms 통신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PPO는 Modbus를 모릅니다. ConveyorEnv가 행동을 레지스터로, 레지스터를 관측으로 바꿔 줍니다.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관측과 행동의 정의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conveyor_rl/conveyor_env.py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= STOP / 1 = LEFT / 2 = 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self.action_space = spaces.Discrete(3)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Observation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[Sensor01, Sensor02, LastSensor]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self.observation_space = spaces.MultiDiscrete(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[2, 2, 3]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행동은 3개 중 하나 (Discrete)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관측은 정수 3개 (MultiDiscrete)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S1·S2는 0 또는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LastSensor는 0·1·2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관측 (Observation)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6675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범위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센서 (HR0 bit0)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센서 (HR0 bit1)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마지막으로 지난 센서 (0 = 아직 없음)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WorkpieceLost(HR0 bit2)는 관측이 아니라 실패 판정에 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행동 (Action) → HR10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377440"/>
                <a:gridCol w="4663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모두 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bit0 =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bit1 =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LEFT와 RIGHT가 동시에 켜지는 행동은 없다. 행동 정의 자체가 인터록 역할을 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레지스터 ↔ 관측·행동 변환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conveyor_rl/conveyor_env.py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_decode_sensor_word(self, sensor_word):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self.sensor01 = (sensor_word &gt;&gt; BIT_SENSOR01) &amp;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self.sensor02 = (sensor_word &gt;&gt; BIT_SENSOR02) &amp;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self.workpiece_lost = bool(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(sensor_word &gt;&gt; BIT_WORKPIECE_LOST) &amp;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_set_action(self, action):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0: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 = 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action == 1: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 = 1 &lt;&lt; BIT_LEFT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action == 2: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 = 1 &lt;&lt; BIT_RIGHT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 = 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self._write_hr(HR_COMMAND, command)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HR0를 비트로 나눠 센서값을 얻는다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행동 번호를 HR10 비트로 바꾼다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2일차 비트 연산과 같은 코드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보상 계산 (1) · 매 스텝과 센서 도착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conveyor_rl/conveyor_env.py · step()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-0.01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action == 0: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 -= self.stop_penalty      # 0.05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self.workpiece_lost: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self._set_action(0)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 = -10.0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terminated = True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Sensor01 -&gt; Sensor02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sensor02_rising and self.last_sensor == 1: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reward = 1.0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self.last_sensor = 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Sensor02 -&gt; Sensor01 (왕복 1회)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sensor01_rising and self.last_sensor == 2: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reward = 1.0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self.last_sensor =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self.round_trip_count +=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기본 −0.01, STOP이면 −0.05 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이탈하면 −10, 에피소드 종료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상승 에지에서만 +1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왼쪽 복귀 시 왕복 1회 증가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보상 계산 (2) · 성공과 시간 초과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conveyor_rl/conveyor_env.py · step()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self.round_trip_count &gt;= self.target_round_trips: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 = 10.0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terminated = True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self._set_action(0)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self.step_count &gt;= self.max_steps and not terminated: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 = -5.0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truncated = True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self._set_action(0)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왕복 3회 → +10, 성공 종료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500 step 초과 → −5, 중단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끝나면 항상 STOP 명령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보상표 한눈에 보기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2860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보상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에피소드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매 스텝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−0.01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계속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 선택 (추가)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−0.05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계속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목표 센서 도착 (S1→S2, S2→S1)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+1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계속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3회 성공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+10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종료 (terminated)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Workpiece 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−10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종료 (terminated)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500 step 초과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−5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중단 (truncated)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에피소드 시작: Unity 리셋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conveyor_rl/conveyor_env.py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_reset_unity(self):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self._write_hr(HR_COMMAND, 0)            # STOP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time.sleep(0.05)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self._write_hr(HR_COMMAND, 1 &lt;&lt; BIT_RESET)  # RESET 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time.sleep(0.1)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self._write_hr(HR_COMMAND, 0)            # RESET OFF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 bit2 = RESET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켰다가 바로 끈다 (펄스)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처음 위치로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reset_wait 0.3초 대기 후 관측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환경 동작 확인하기 (test_env.py)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학습 전에 환경이 Unity와 제대로 주고받는지 확인한다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 실행, Controller 모드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AI_Training/conveyor_rl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test_env.py 실행 (시작 시 자동 리셋)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0·1·2 입력 = STOP·LEFT·RIGHT 한 스텝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r = 리셋, q = 종료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리셋 시 박스 위치 초기화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관측 S1·S2가 센서와 일치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보상이 표와 같은 값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1·2 입력 시 박스가 움직임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PPO 학습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ppo_train.py · 20,000 step 학습과 TensorBoard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ppo_train.py의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 스레드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별도 이벤트 루프에서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start_server()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연결 대기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1초 대기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ConveyorEnv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Monitor로 감싸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기록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PPO 학습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model.learn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20,000 step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저장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ppo_conveyor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_20k.zip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 서버는 비동기, PPO 학습은 동기라 서버를 별도 스레드에서 돌립니다.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환경 만들기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conveyor_rl/ppo_train.py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= ConveyorEnv(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read_hr=read_hr,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write_hr=write_hr,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event_loop=event_loop,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step_time=0.1,         # PPO Action 주기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reset_wait=0.3,        # Reset 후 안정화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max_steps=500,         # Episode 최대 Step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target_round_trips=3,  # 3회 왕복 성공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= Monitor(env)  # Episode 보상·길이 기록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step_time 0.1초마다 행동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500 step이면 에피소드 중단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왕복 3회면 성공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Monitor가 보상·길이를 기록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PPO 모델 만들고 학습하기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conveyor_rl/ppo_train.py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PPO(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policy="MlpPolicy",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env=env,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verbose=1,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n_steps=256,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batch_size=64,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gamma=0.99,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learning_rate=0.0003,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tensorboard_log=str(LOG_DIR),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device="cpu",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model.learn(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total_timesteps=20000,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tb_log_name="PPO_Conveyor",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model.save(str(MODEL_PATH))   # ppo_conveyor_20k.zip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MlpPolicy · 작은 신경망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n_steps 256개 모아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batch 64씩 나눠 반복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학습 후 zip으로 저장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하이퍼파라미터 읽기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6492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policy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MlpPolicy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다층 퍼셉트론 신경망 정책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n_steps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256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한 번 학습하기 전에 모으는 경험 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batch_size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한 번 계산에 쓰는 경험 묶음 크기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gamma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0.99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미래 보상을 얼마나 중요하게 볼지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learning_rate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0.0003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한 번에 정책을 고치는 크기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total_timesteps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20,000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전체 학습 step 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 실행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 실행 → Controller 모드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 위치에 배치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AI_Training/conveyor_rl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ppo_train.py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Unity가 Modbus 서버에 연결되는지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콘솔에 [SUCCESS] / [FAIL] 로그가 나오는지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다른 Modbus 서버는 모두 종료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1502 포트 사용 중이면 실패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학습 중 Unity 창을 닫지 않기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중단은 Ctrl+C (모델 미저장)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콘솔 로그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[SUCCESS]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왕복 3회 성공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RoundTrip, Step 수 표시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[FAIL] Workpiece Lost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이탈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이번 에피소드 −10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rollout/ep_rew_mean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최근 에피소드 평균 보상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올라가면 학습이 되는 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533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학습 초반에는 FAIL이 많고, 시간이 지나며 SUCCESS가 늘어납니다.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TensorBoard로 학습 곡선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새 터미널을 연다 (학습은 계속 실행)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AI_Training/conveyor_rl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tensorboard --logdir logs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브라우저에서 http://localhost:6006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SCALARS 탭에서 rollout/ep_rew_mean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로그 폴더: logs/PPO_Conveyor_N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실행할 때마다 N 증가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이전 학습과 겹쳐 비교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 곡선에서 볼 값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394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그래프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좋아지는 방향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읽는 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rollout/ep_rew_mean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올라감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에피소드 평균 보상, 가장 중요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rollout/ep_len_mean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줄어듦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성공까지 걸린 step 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train/entropy_loss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0에 가까워짐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행동이 점점 확신에 가까워짐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train/value_loss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안정됨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보상 예측 오차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학습이 잘 될 때와 안 될 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잘 되는 신호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ep_rew_mean이 꾸준히 상승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ep_len_mean이 줄어듦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SUCCESS 로그가 늘어남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확인할 신호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보상이 계속 −5 근처 → 시간 초과 반복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−10이 반복 → 박스 이탈, Unity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변화 없음 → 통신·리셋 동작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학습 모델로 제어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ppo_run.py · 왕복 3회 성공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ppo_run.py 실행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모델 불러오기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PPO.load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(cpu)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 서버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start_server()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1초 대기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리셋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HR10 bit2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펄스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초기 확인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있음?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제어 반복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0.1초마다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관측 → 행동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모델 불러오기와 서버 시작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conveyor_rl/ppo_run.py · main()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PPO.load(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str(MODEL_PATH),       # ppo_conveyor_20k.zip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device="cpu",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server_task = asyncio.create_task(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start_server()         # modbus_server.py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asyncio.sleep(SERVER_START_WAIT)  # 1.0초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rl_control_loop(model)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모델 파일이 없으면 오류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Python이 Modbus 서버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서버가 죽으면 즉시 중단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관측 → 행동 (추론)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conveyor_rl/ppo_run.py · rl_control_loop()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= np.array(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[sensor01, sensor02, last_sensor],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dtype=np.int64,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action, _ = model.predict(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observation,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deterministic=True,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= int(action)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set_action(action)          # HR10 쓰기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asyncio.sleep(CONTROL_CYCLE)  # 0.1초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학습 때와 같은 관측 형식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deterministic=True: 가장 좋은 행동만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0.1초마다 반복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PPO 제어 실행하기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ppo_train.py가 끝났거나 종료되었는지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 실행, Controller 모드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AI_Training/conveyor_rl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ppo_run.py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[WAIT] 메시지가 나오면 박스를 Sensor01에 배치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[COMPLETE] 왕복 3회 성공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S1·S2·Last → Action 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[EVENT] Sensor02 도착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[SUCCESS] 왕복 n/3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끝나면 STOP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실행 로그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S1=1 S2=0 Last=1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왼쪽 끝에 박스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-&gt; Action=2 (RIGHT) 기대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S1=0 S2=0 Last=1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오른쪽으로 가는 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RIGHT를 유지해야 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S1=0 S2=1 Last=2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오른쪽 끝 도착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-&gt; Action=1 (LEFT) 기대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S1=0 S2=0 Last=2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왼쪽으로 가는 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LEFT를 유지해야 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deterministic=True의 의미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학습할 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행동을 확률로 뽑는다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가끔 다른 행동도 시도 (탐색)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그래서 새 방법을 찾는다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실행할 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가장 확률 높은 행동만 고른다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같은 상태 → 항상 같은 행동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동작이 예측 가능해진다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실행 결과 기록표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2194560"/>
                <a:gridCol w="164592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왕복 성공 횟수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Lost 발생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메모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ppo_conveyor_20k.zip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ppo_conveyor_20k.zip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직접 학습한 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같은 모델로 여러 번 실행해 결과가 매번 같은지 기록한다.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제어 방식 비교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Ladder vs 모방학습 vs PPO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가지 제어 방식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0175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Ladder (1일차)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모방학습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PPO 강화학습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제어기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CODESYS 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Python (il_run.py)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Python (ppo_run.py)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동작 근거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사람이 쓴 규칙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 시연 데이터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보상으로 학습한 정책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준비 과정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Ladder 작성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수집 → il_train.py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ppo_train.py 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결정트리 (pkl)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신경망 (zip)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제어 주기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스캔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0.05초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0.1초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동작 설명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규칙을 읽으면 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트리를 따라가면 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설명하기 어려움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각 방식의 강점과 약점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Ladder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예측 가능, 검증 쉬움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 표준, 안전 인터록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상황마다 규칙을 사람이 작성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모방학습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시연만 하면 빠르게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전문가 실수까지 따라 배움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본 적 없는 상황에 약함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PPO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정답 없이 스스로 방법 탐색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학습 시간이 길다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보상 설계에 결과가 좌우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비교 실험 방법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같은 조건에서 세 제어기를 차례로 실행한다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Sensor01에 두고 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제어기 하나만 실행 (CODESYS 또는 Python)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왕복 3회까지 걸린 시간을 잰다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Lost 발생 여부와 이상 동작을 기록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제어기를 종료하고 다음 방식으로 교체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서버는 항상 하나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설정은 바꾸지 않기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il_run.py는 conveyor_il 폴더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시간은 스톱워치로 측정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비교 기록표</a:t>
            </a:r>
            <a:endParaRPr lang="en-US" sz="3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1188720"/>
                <a:gridCol w="237744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왕복 3회 시간(초)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센서 도착 후 반응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느낀 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Ladder (CODESYS)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모방학습 (il_run.py)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PPO (ppo_run.py)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측정값은 수강생이 직접 채운다. 발표 자료로 사용한다.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실제 현장이라면 어떻게 나눌까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PLC가 맡을 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비상정지, 인터록 등 안전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항상 같아야 하는 기본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빠르고 확실한 응답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AI가 맡을 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비전 검사처럼 규칙이 어려운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데이터로 개선할 수 있는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PLC에 명령을 제안하는 역할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5일간 같은 레지스터 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제어기만 바꿔 끼워도 Unity는 그대로였다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HR0 · 센서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Sensor01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bit1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WorkpieceLost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HR10 · 명령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bit1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RESET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제어기 (하나만)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1일차 CODESYS Ladder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2일차 Python 규칙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5일차 모방학습 · PPO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통합 시연과 발표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5일 동안 만든 시스템을 한 번에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통합 시연 시나리오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Ladder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CODESYS로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자동 왕복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데이터 수집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il_collect.py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PLC 동작 기록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비전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od_run.py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검출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AI 제어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il_run.py 또는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ppo_run.py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PLC가 서버일 때 Python은 읽기만 합니다. AI 제어로 바꿀 때는 CODESYS를 먼저 정지합니다.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 체크리스트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RUN, Unity 연결 → 자동 왕복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il_collect.py로 PLC 동작 수집 (읽기 전용)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정지 → 1502 포트 비우기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od_run.py 실행 → Unity 카메라 검출 화면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ppo_run.py 실행 → 왕복 3회 성공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Lost 상황을 만들어 각 제어기의 반응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서버는 항상 하나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포트 1502 · 8000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IP 127.0.0.1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종료 시 STOP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발표 구성 (조별 5분)</a:t>
            </a:r>
            <a:endParaRPr lang="en-US" sz="3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86384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순서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우리 조 시스템 구성도 (제어기 · Unity · 통신)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시연: Ladder → AI 제어 전환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비교 기록표와 해석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어려웠던 점과 해결 방법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평가 기준</a:t>
            </a:r>
            <a:endParaRPr lang="en-US" sz="3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6492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비중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확인 내용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일차별 산출물 점검표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50%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I/O 할당표, Ladder, CSV, 디지털트윈, YOLO, PPO 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5일차 통합 시연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30%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제어기 전환, 왕복 동작, 발표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이론 확인 문제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20%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일차별 확인 문제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심화 과제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보상 바꿔 보기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 감점을 0으로 하면?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학습 곡선 비교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하이퍼파라미터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gamma, learning_rate 변경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TensorBoard에서 겹쳐 보기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목표 바꾸기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target_round_trips 5회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성공 보상과 시간 비교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Address already in use (1502)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650492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CODESYS·다른 Python 서버 종료 후 다시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04288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Unity가 연결 안 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583180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304288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304288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Controller 모드, IP 127.0.0.1, 포트 1502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36976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[WAIT] 박스를 Sensor01에 배치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51586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236976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236976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Unity에서 박스를 왼쪽 센서 위에 놓기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6966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PPO 모델을 찾을 수 없습니다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48556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169664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169664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conveyor_rl 폴더에서 실행, ppo_conveyor_20k.zip 확인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02352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보상이 계속 −10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5381244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5102352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5102352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Lost 반복: Unity 리셋 동작과 박스 위치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conveyor_env.py의 관측 3가지와 행동 3가지를 쓰시오.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LastSensor가 관측에 필요한 이유는?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왕복 3회 성공과 박스 이탈의 보상은 각각 얼마인가?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20,000 step, step_time 0.1초일 때 최소 학습 시간은?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ppo_run.py에서 deterministic=True로 하는 이유는?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5일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강화학습은 정답 대신 보상으로 정책을 배운다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환경(conveyor_env.py)이 AI와 Modbus를 잇는다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PPO로 20,000 step 학습해 왕복 3회를 스스로 찾았다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같은 레지스터 맵 덕분에 제어기만 바꿔 끼웠다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PLC는 안전·기본 동작, AI는 판단을 맡는다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수료 · 통합 시연 결과물과 비교표 제출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스마트제조 기초실습 5일차 - AI 강화학습 및 통합 제어</dc:title>
  <dc:subject>PptxGenJS Presentation</dc:subject>
  <dc:creator>TWINIEX</dc:creator>
  <cp:lastModifiedBy>TWINIEX</cp:lastModifiedBy>
  <cp:revision>1</cp:revision>
  <dcterms:created xsi:type="dcterms:W3CDTF">2026-10-19T04:12:10Z</dcterms:created>
  <dcterms:modified xsi:type="dcterms:W3CDTF">2026-10-19T04:12:10Z</dcterms:modified>
</cp:coreProperties>
</file>