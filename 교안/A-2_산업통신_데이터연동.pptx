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a402943-b832-268a-6a4a-09fdd3ba811f}">
          <p14:sldIdLst>
            <p14:sldId id="256"/>
            <p14:sldId id="257"/>
            <p14:sldId id="258"/>
            <p14:sldId id="259"/>
            <p14:sldId id="260"/>
          </p14:sldIdLst>
        </p14:section>
        <p14:section name="1. 산업통신과 Modbus TCP" id="{d606c88f-0685-5272-ff67-98e62fc41d7e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CODESYS를 Modbus 서버로" id="{06ad48b6-2c19-c459-016c-29dc4f584ed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 비트 연산" id="{03df08f1-3c5c-3544-ae5d-4bd9d9987fc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4. PLC 데이터 수집" id="{3e3c5020-a802-e8c6-d34f-c58a0fec90d7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5. Python이 PLC 대신" id="{ee8771a3-d79b-3043-01a6-4c1e45de4317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6. 키보드로 직접 운전하기" id="{3b5750e2-e584-99f1-07a7-13b40e1e85e4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만든 PLC를 오늘은 네트워크에 엽니다. Python이 PLC의 데이터를 읽고, 마지막에는 PLC 대신 컨베이어를 제어합니다.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결과물은 데이터 파일입니다. 이 CSV가 5일차 모방학습의 재료가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설치는 수업 전에 끝내 두도록 미리 공지합니다. Python 버전이 3.10보다 낮으면 pymodbus 최신판이 설치되지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5일치 패키지를 오늘 한 번에 설치합니다. ultralytics와 torch가 크기 때문에 시간이 걸리니 1교시 이론 동안 설치를 걸어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오전에는 통신 원리와 CODESYS 설정, 오후에는 Python으로 수집과 제어를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통신 계층을 간단히 짚고 넘어갑니다. 깊은 이론보다 우리 시스템이 어디에 해당하는지가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1502 포트를 쓰는 이유는 502가 시스템 포트라서 일부 OS에서 관리자 권한이 필요하기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규칙이 5일 내내 지켜집니다. 오늘 오후에 PLC 서버를 끄고 Python 서버를 켜는 이유가 바로 이것입니다.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비트를 Coil로 보내도 되지만, 우리는 16비트 레지스터에 비트를 묶어서 보냅니다. 한 번의 요청으로 모든 값을 주고받기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3일차에 Unity의 ModbusController.cs가 이 바이트를 직접 만드는 코드를 봅니다. 오늘은 구조만 기억합니다.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FC23은 덜 알려진 코드지만 한 번에 쓰고 읽어서 통신 횟수가 절반이 됩니다. Unity가 이 방식을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코드의 주석을 그대로 가져왔습니다. 쓰기 영역 0~9와 읽기 영역 10~19가 우리 레지스터 맵과 정확히 맞는다는 점을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숫자를 칠판 한쪽에 적어 두고 하루 종일 참고하게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CODESYS 버전에 따라 메뉴 이름이 Server 또는 Slave로 다릅니다. 둘 다 같은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 to Adapter가 켜져 있으면 같은 PC의 Unity가 127.0.0.1로 접속하지 못할 수 있습니다. 꼭 끄게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Writable을 켜면 레지스터가 %QW 출력 영역으로 매핑됩니다. 정확한 주소는 화면마다 다르니 강사 화면을 함께 보며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규칙을 어기면 원인을 찾기 어려운 문제가 생깁니다. 실습 내내 반복해서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Unity를 연결하기 전에 이 스크립트로 PLC 설정을 먼저 확인합니다. 값이 0으로만 나오면 I/O Mapping 연결을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함수는 읽기만 합니다. PLC가 제어하는 동안 Python이 값을 쓰면 안 되기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Sensor02를 켜면 HR10이 1(LEFT)로 바뀌어야 합니다. 둘 다 확인되면 2교시 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&gt;&gt;는 오른쪽으로 밀기, &amp;는 그리고, &lt;&lt;는 왼쪽으로 밀기입니다. 2진수로 써서 보여 주면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5처럼 두 비트가 같이 켜지는 경우도 있습니다. 비트로 나누어 읽으면 어떤 조합이든 해석할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 CODESYS의 .비트번호 표기와 같은 일을 Python에서는 시프트와 AND로 합니다. 두 화면을 나란히 보여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동작 번호(0,1,2)와 레지스터 값(0,1,2)이 우연히 같아 보이지만 의미가 다릅니다. 동작 번호는 AI가 고르는 번호, 레지스터 값은 비트 묶음입니다.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 명령을 읽어 정답 라벨로 바꾸는 함수입니다. 5일차에 AI가 이 라벨을 흉내 내도록 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3은 인터록 위반입니다. Unity는 멈추지만 실제 모터라면 위험하다는 1일차 내용을 다시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정답을 가리고 먼저 풀게 한 뒤 공개합니다. 손으로 2진수를 쓰게 하는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Unity는 3일차에 본격적으로 연결하지만, 빌드본을 Controller 모드로 켜 두면 오늘도 실제 박스로 데이터를 모을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모은 데이터가 5일차까지 이어진다는 큰 그림을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파일은 줄바꿈이 더 많지만 흐름은 이렇습니다. 0.05초 간격이므로 1분이면 약 1,200줄이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품질 이야기를 짧게 합니다. 잘못된 상황을 정답으로 넣으면 AI도 잘못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LastSensor가 왜 필요한지 질문해 봅니다. 센서 사이에서는 Sensor01과 Sensor02가 모두 0이라 어느 쪽으로 가던 중인지 알 수 없기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Ladder의 자기유지 접점이 기억 역할을 했던 것처럼, AI 입력에도 기억을 넣어야 한다는 점을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3회 왕복 후 멈추는 Done 로직이 켜져 있으면 데이터가 금방 끝납니다. 수집할 때는 CTU를 리셋하거나 PV를 크게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5일 과정의 핵심 아이디어입니다. 레지스터 맵이 같으면 제어기는 무엇이든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CODESYS에서 화면으로 설정한 네 숫자를 Python에서는 코드로 씁니다. 2교시 설정 표와 나란히 비교해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클라이언트는 네트워크로 묻지만, 서버는 자기 메모리를 바로 읽습니다. 그래서 함수가 더 단순합니다.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Ladder의 Network 4, 5가 이 몇 줄로 줄어듭니다. 대신 인터록, 비상정지, Lost 처리는 빠져 있다는 점을 학생들이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실수는 CODESYS를 끄지 않고 Python 서버를 켜는 것입니다. 그러면 포트 사용 중 오류가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쪽이 더 좋다가 아니라 역할이 다르다는 결론으로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이번에는 PLC 대신 사람이 판단합니다. 이 프로그램도 Modbus 서버이므로 CODESYS는 꺼져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 하나로 키 배치를 바꿀 수 있습니다. 심화 과제로 화살표 키를 쓰도록 바꿔 보게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파일에는 방향키 같은 확장키를 걸러내는 코드도 있습니다. OS마다 키 읽는 방법이 달라 두 함수로 나뉘어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 PLC 수집 파일과 같은 il_dataset.csv에 저장되므로, 덮어쓰기 전에 파일 이름을 바꿔 두게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실행하면 창이 뜹니다. 화면이 없는 리눅스에서는 il_dataset_plot.png 파일로 저장됩니다.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그래프를 보고 말로 설명하는 데까지만 합니다. 수치 분석은 4일차에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많이 나오는 문제입니다. 대부분 서버가 없거나 두 개인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 동안 풀게 하고 답을 맞춰 봅니다.
정답
Q1. 클라이언트 = Unity(항상), 서버 = PLC 또는 Python(하나만)
Q2. FC23(Read/Write Multiple Registers) — 쓰기와 읽기를 한 번에 해서 통신 횟수 절반
Q3. 6 = 110₂ → Sensor02(bit1), WorkpieceLost(bit2)
Q4. PLC 명령을 덮어써 제어를 방해하고, 수집하려던 정답(PLC 판단)이 망가지기 때문
Q5. 센서 사이(0,0)에서 이동 방향을 구분하는 기억 역할 — 자기유지와 같은 역할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il_dataset.csv 두 개(PLC, 사람)를 잘 보관하라고 당부하고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스마트제조 기초실습  ·  2일차  산업통신 및 데이터 연동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ython.org/downloads/" TargetMode="External"/><Relationship Id="rId2" Type="http://schemas.openxmlformats.org/officeDocument/2006/relationships/hyperlink" Target="https://code.visualstudio.com/" TargetMode="External"/><Relationship Id="rId3" Type="http://schemas.openxmlformats.org/officeDocument/2006/relationships/hyperlink" Target="https://pymodbus.readthedocs.io/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스마트제조 기초실습  ·  2일차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산업통신 및 데이터 연동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Modbus TCP로 PLC를 열고, Python으로 데이터를 모으고 제어하기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2일차 · 6교시 · 이론 1 + 실습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Modbus TCP의 구조(서버·클라이언트, 레지스터, 함수 코드)를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CODESYS를 Modbus TCP 서버로 설정하고 Python으로 값을 읽고 쓴다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Python으로 PLC 동작을 수집하고, PLC 대신 컨베이어를 제어한다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CODESYS Modbus 서버 설정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il_dataset.csv (수집 데이터)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Python 왕복 제어 실행 화면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Python 실습은 Windows · Ubuntu · macOS 모두 가능합니다.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pymodbus 3.16은 3.10 이상 필요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python.org에서 3.12 설치 파일 받기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Windows: Add python.exe to PATH 체크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터미널에서 python --version 확인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macOS·Ubuntu는 python3 명령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VS Code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코드 편집기 · 무료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설치 후 Python 확장 설치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PhysicalAI_Training 폴더 열기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터미널: 보기 &gt; 터미널 (Ctrl+`)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code.visualstudio.com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pymodbus 문서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Modbus 라이브러리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클라이언트 예제: read_holding_registers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서버 예제: ModbusTcpServer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버전마다 API가 달라 문서 버전 확인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pymodbus.readthedocs.io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가상환경과 패키지 설치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터미널 (AI_Training 폴더에서)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가상환경 만들기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켜기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        # Windows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   # macOS · Ubuntu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패키지 설치 (5일 과정 전체)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pymodbus pandas scikit-learn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 joblib gymnasium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stable-baselines3 tensorboard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 opencv-python flask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가상환경 = 프로젝트 전용 Python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프롬프트 앞에 (.venv)가 보이면 성공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오늘은 pymodbus, pandas만 써도 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macOS·Ubuntu는 python3, pip3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산업통신 개요, Modbus TCP 프레임(MBAP), FC03·06·16·23, 서버/클라이언트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ModbusTCP 서버 설정 (1502, HR 20 Writable), pymodbus 읽기·쓰기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비트 연산: HR0 해석, HR10 만들기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 데이터 수집 (PLC 서버, il_collect.py 클라이언트) → CSV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Python이 PLC 대신 왕복제어 (Conveyor_cycle.py, Python 서버)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키보드 A/S/D 수동제어 + 수집 (il_collect_manual.py), 그래프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산업통신과 Modbus TCP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누가 묻고 누가 답하는가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공장 안의 통신은 층으로 나뉜다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필드 레벨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센서·구동기 ↔ PLC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빠르고 단순한 신호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예) 디지털 I/O, IO-Link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제어 레벨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↔ PLC, HMI, PC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레지스터 단위 데이터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예) Modbus TCP (오늘)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정보 레벨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MES·ERP·클라우드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생산 계획과 실적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예) DB, 웹 API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94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오늘은 가운데 제어 레벨을 다룹니다. Unity 디지털트윈과 Python이 PLC와 같은 레벨에서 대화합니다.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 RTU와 Modbus TCP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Modbus RTU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RS-485 시리얼 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국번(Slave ID)으로 장비 구분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느리지만 지금도 현장에 많음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Modbus TCP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이더넷 · IP 주소 + 포트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기본 포트 502 (우리는 1502)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PC·PLC·HMI 연결이 쉬움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데이터 모델(레지스터, 함수 코드)은 같고, 실어 나르는 방법만 다릅니다.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서버와 클라이언트: 묻는 쪽과 답하는 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서버 (Slave)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레지스터를 가지고 기다림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요청이 오면 값을 돌려줌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우리 시스템: PLC 또는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클라이언트 (Master)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먼저 연결하고 요청을 보냄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읽기·쓰기를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우리 시스템: Unity (항상)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규칙: Unity는 항상 클라이언트, 제어기는 항상 서버. 서버는 한 번에 하나만 실행합니다.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Modbus의 데이터 영역 4가지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우리는 Holding Register 하나만 쓴다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28600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크기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읽기/쓰기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 용도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Coil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읽기·쓰기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출력 ON/OFF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Discrete Input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입력 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Input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측정값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읽기·쓰기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설정값·명령 (우리 시스템)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 TCP 프레임 = MBAP 헤더 + PDU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Transaction ID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 · 요청 번호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Protocol ID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 · 항상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Length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2바이트 · 뒤 바이트 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 ID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1바이트 · 우리는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PDU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함수 코드 + 데이터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앞 7바이트가 MBAP 헤더입니다. 응답은 같은 Transaction ID로 돌아오므로 어느 요청의 답인지 알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쓰는 함수 코드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292608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코드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우리 시스템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FC03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Read Holding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여러 개 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Python 수집 (il_collect.py)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FC06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Write Single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1개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테스트용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FC16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Write Multiple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레지스터 여러 개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테스트용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FC23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Read/Write Multiple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쓰기 + 읽기를 한 번에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(20ms마다)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Unity가 보내는 FC23 요청의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ConveyorURP/Assets/Scripts/ModbusController.cs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FC23 PDU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             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Start Address    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Quantity         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Start Address   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Quantity        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Byte Count            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Data             N *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10 + N * 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읽기 시작 10, 개수 10 → HR10~19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쓰기 시작 0, 개수 10 → HR0~9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 = 10 → PDU 30바이트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3일차에 코드 전체를 분석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우리 시스템의 통신 숫자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1502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TCP 포트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 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 ms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요청 주기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Holding Register 개수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 네 숫자가 하나라도 다르면 연결되지 않습니다. 오늘 실습에서 계속 확인합니다.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CODESYS를 Modbus 서버로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ModbusTCP Server Device 설정과 Python 시험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ModbusTCP Server Device 추가하기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1일차 프로젝트(Conveyor_A1) 열기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Device 우클릭 &gt; Add Device &gt; Ethernet Adapter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우클릭 &gt; Add Device &gt; ModbusTCP Server Device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(버전에 따라 이름이 ModbusTCP Slave Device)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Ethernet 더블클릭 &gt; 네트워크 어댑터 선택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장치 트리: Device &gt; Ethernet &gt; ModbusTCP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추가 후 Build 0 errors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메뉴 이름은 버전마다 조금 다름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ModbusTCP Server Device 설정값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이 값은 Unity와 Python 코드에 이미 정해져 있다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Unity·Python 기본 포트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unitId =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Holding registers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HR0~19 사용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Writable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Unity가 쓰고 PLC도 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Bind to Adapter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127.0.0.1 접속 허용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I/O Mapping: 레지스터를 GVL에 연결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ModbusTCP 장치 &gt; I/O Mapping 탭에서 변수 지정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Holding register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연결할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 프로그램은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~ 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→ 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읽기만 한다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 ~ 19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→ Unity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쓴다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bit0·1·2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GVL.ToPlc[0].0 ~ 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Sensor01·02·Lost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a·b 접점으로 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bit0·1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GVL.FromPlc[0].0 ~ 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LEFT·RIGHT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코일로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[강사 확인] 실제 항목 이름과 %QW 주소는 사용하는 CODESYS 버전의 I/O Mapping 화면에서 확인한다.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꼭 지킬 규칙 두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PLC는 ToPlc에 쓰지 않는다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값은 Unity만 쓴다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PLC가 쓰면 센서 값이 덮어씌워짐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Ladder에서 ToPlc는 접점으로만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서버는 하나만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CODESYS가 1502를 쓰는 동안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Python 서버는 실행하지 않는다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5교시에 순서를 바꿔 실행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FC23 테스트 클라이언트 (Unity 흉내)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예제 · test_fc23.py (새 파일)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pymodbus.client import ModbusTcpClient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ModbusTcpClient("127.0.0.1", port=1502)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c.connect()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HR0 = 1 (Sensor01 ON) 쓰고, HR10~19 읽기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c.readwrite_registers(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read_address=10, read_count=10,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write_address=0, values=[1] + [0] * 9,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device_id=1,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print("HR10 =", r.registers[0])   # 기대: 2 (RIGHT)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c.close()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Unity와 똑같이 FC23 한 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Sensor01을 켜면 PLC가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 = 2가 나오면 설정 성공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1초 대기 타이머가 있으면 다시 실행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읽기만 하는 클라이언트 함수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read_hr(client, address):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client.read_holding_registers(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address=address,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count=1,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device_id=DEVICE_ID,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result.isError():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RuntimeError(f"HR{address} Read Error")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int(result.registers[0])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FC03으로 레지스터 1개 읽기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isError()로 실패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4교시 수집 프로그램이 이 함수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설정 확인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CODESYS: Build → Login → Start (RUN)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터미널: python test_fc23.py 실행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HR10 = 2 출력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온라인 화면에서 GVL.ToPlc[0] = 1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test_fc23.py에서 values를 [2]+[0]*9로 바꿔 LEFT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연결 거부: 포트·RUN 상태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값이 계속 0: I/O Mapping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Writable OFF면 PLC 쓰기 불가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비트 연산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16비트 레지스터 하나에 신호 여러 개 담기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레지스터 한 칸 = 스위치 16개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HR0 (센서)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Sensor01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WorkpieceLost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HR10 (명령)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RESET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읽을 때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(값 &gt;&gt; 비트번호) &amp;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결과는 0 또는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쓸 때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 &lt;&lt; 비트번호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RIGHT = 1 &lt;&lt; 1 =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HR0 값을 읽는 연습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3716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2진수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이탈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+ 이탈 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센서 비트 해석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BIT_SENSOR01 = 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BIT_SENSOR02 =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BIT_WORKPIECE_LOST =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hr0 = read_hr(client, HR_SENSOR)     # HR0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sensor01       = (hr0 &gt;&gt; BIT_SENSOR01) &amp;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sensor02       = (hr0 &gt;&gt; BIT_SENSOR02) &amp;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workpiece_lost = (hr0 &gt;&gt; BIT_WORKPIECE_LOST) &amp;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비트 번호는 상수로 이름 붙이기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&gt;&gt; 로 밀고 &amp; 1 로 한 비트만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CODESYS의 ToPlc[0].1과 같은 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명령 만들기: 동작 → HR10 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AI_Training/conveyor_il/il_collect_manual.py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ACTION_STOP = 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ACTION_LEFT =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ACTION_RIGHT =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encode_action(action):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ACTION_LEFT: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BIT_LEFT       #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ACTION_RIGHT: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BIT_RIGHT      # 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                       # STOP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동작 번호와 HR10 값은 다른 개념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LEFT·RIGHT를 동시에 만들지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인터록이 함수 구조에 들어 있음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명령 해석: HR10 값 → 동작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decode_action(hr10):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= (hr10 &gt;&gt; BIT_LEFT) &amp;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(hr10 &gt;&gt; BIT_RIGHT) &amp; 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== 1 and right == 0: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ACTION_LEFT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left == 0 and right == 1: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ACTION_RIGHT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ACTION_STOP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PLC가 낸 명령을 동작 번호로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둘 다 0 또는 둘 다 1 → STOP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4교시 수집에서 정답(라벨)이 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HR10 값과 컨베이어 동작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463040"/>
                <a:gridCol w="146304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2진수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 (왼쪽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 (오른쪽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 (Unity가 멈춤, 쓰면 안 됨)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연습 문제 (5분)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2880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문제 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 = 3이면 어떤 센서가 켜졌나?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2880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문제 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RIGHT만 켜는 HR10 값은?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28800"/>
          </a:xfrm>
          <a:prstGeom prst="roundRect">
            <a:avLst>
              <a:gd name="adj" fmla="val 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문제 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 = 6일 때 (hr0 &gt;&gt; 2) &amp; 1 은?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정답: 1) Sensor01·Sensor02 둘 다  2) 2  3) 1 (WorkpieceLost)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PLC 데이터 수집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PLC가 제어하고, Python은 옆에서 기록한다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프로그램이 동시에 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 · 센서 쓰기, 명령 읽기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CODESYS PLC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서버 · Ladder로 제어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il_collect.py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클라이언트 · HR0·HR10 읽기만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il_dataset.csv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 + PLC 명령 기록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 서버 하나에 클라이언트 둘이 붙습니다. Python은 쓰지 않으므로 PLC 제어를 방해하지 않습니다.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PLC 동작을 기록하는가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PLC = 숙련자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상황에서 늘 같은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 대신 정답을 보여 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기록 = 교과서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상태 → PLC 명령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줄 = 문제 하나 + 정답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5일차 = 학생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AI가 이 기록을 보고 따라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모방학습 (Imitation Learning)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루프의 핵심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hr0  = read_hr(client, HR_SENSOR)     # 센서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hr10 = read_hr(client, HR_COMMAND)    # PLC 명령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sensor01 = (hr0 &gt;&gt; BIT_SENSOR01) &amp;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sensor02 = (hr0 &gt;&gt; BIT_SENSOR02) &amp;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workpiece_lost = (hr0 &gt;&gt; BIT_WORKPIECE_LOST) &amp;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sensor01 == 1: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last_sensor =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sensor02 == 1: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last_sensor = 2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decode_action(hr10)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time.sleep(SAMPLE_TIME)               # 0.05초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0.05초마다 한 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LastSensor = 마지막에 닿은 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명령이 정답 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이상 상황은 기록하지 않는다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Lost 상태는 정상 Expert 동작이 아니므로 제외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workpiece_lost == 0: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data.append([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sensor01,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sensor02,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last_sensor,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sample_count +=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떨어진 순간은 정답이 아님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정상 동작만 교과서에 넣음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Ctrl+C로 멈추면 CSV 저장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il_dataset.csv의 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한 줄 = 0.05초 순간의 상태와 PLC의 판단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뜻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마지막에 닿은 끝 (방향 기억)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명령: STOP / LEFT / 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LastSensor가 없으면 생기는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230118"/>
          </a:xfrm>
          <a:prstGeom prst="roundRect">
            <a:avLst>
              <a:gd name="adj" fmla="val 33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입력이 센서 두 개뿐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213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사이: (0, 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오른쪽으로 가는 중도 (0, 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왼쪽으로 가는 중도 (0, 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→ 정답이 두 개, 구분 불가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3230118"/>
          </a:xfrm>
          <a:prstGeom prst="roundRect">
            <a:avLst>
              <a:gd name="adj" fmla="val 33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LastSensor 추가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213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(0, 0, 1): 왼쪽 끝에서 출발 →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(0, 0, 2): 오른쪽 끝에서 출발 →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→ 정답이 하나로 정해짐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PLC의 자기유지와 같은 역할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실행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CODESYS: 1일차 Ladder RUN (Modbus 서버)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빌드본: Controller 모드, IP 127.0.0.1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 위에 올려 왕복 시작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터미널: python conveyor_il/il_collect.py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2~3분 수집 후 Ctrl+C → il_dataset.csv 저장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[COLLECT] 줄이 상태 바뀔 때 출력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[DATA] 100줄마다 개수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저장 후 Action Count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Python이 PLC 대신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제어기를 바꿔 끼우기 — Python Modbus 서버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제어기를 바꾸면 무엇이 달라지나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오전: PLC가 서버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CODESYS ModbusTCP Server Device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Ladder가 HR10을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Python은 읽기만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오후: Python이 서버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modbus_server.py가 1502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Python 코드가 HR10을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CODESYS는 반드시 Stop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61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쪽은 아무것도 바꾸지 않습니다. 같은 주소·같은 레지스터 맵이라 제어기만 바꿔 끼우면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Modbus 서버 만들기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AI_Training/modbus_server.py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MODBUS_IP = "127.0.0.1"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MODBUS_PORT = 1502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DEVICE_ID =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HR_SIZE = 20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register_data = SimData(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address=0, count=HR_SIZE, values=0,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datatype=DataType.REGISTERS,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= SimDevice(id=DEVICE_ID, simdata=[register_data])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= ModbusTcpServer(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context=device, address=(MODBUS_IP, MODBUS_PORT),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레지스터 20개를 0으로 준비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 ID 1, 포트 1502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CODESYS 설정과 숫자가 같음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 안에서 레지스터 읽고 쓰기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AI_Training/modbus_server.py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read_hr(address: int) -&gt; int: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= await server.async_getValues(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DEVICE_ID, 3, address, count=1,   # 3 = Holding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int(values[0])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write_hr(address: int, value: int):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server.async_setValues(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DEVICE_ID, 3, address, [int(value)],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서버는 자기 레지스터를 직접 읽고 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네트워크 요청이 아니라 메모리 접근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async: 통신과 제어를 함께 실행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왕복 제어 = 1일차 Ladder의 Python 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AI_Training/Conveyor/Conveyor_cycle.py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cycle():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 = 2  # RIGHT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 = await mb.read_hr(0)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sensor &amp; 1:       # Sensor01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2   # RIGHT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sensor &amp; 2:     # Sensor02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1   # LEFT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mb.write_hr(10, direction)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asyncio.sleep(0.05)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direction 변수 = 자기유지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 &amp; 1 = bit0 검사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0.05초마다 HR10 갱신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서버와 제어를 gather로 함께 실행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실행 순서 (순서가 중요)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CODESYS: Logout → SysTray에서 Stop PLC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터미널: python Conveyor/Conveyor_cycle.py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빌드본: Controller 모드로 다시 연결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올려 왕복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끝나면 Ctrl+C로 Python 서버 종료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포트 사용 중 오류 = PLC가 아직 실행 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재연결은 1초마다 자동 시도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Ladder와 같은 동작인지 비교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Ladder와 Python 왕복 제어 비교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CODESYS Ladder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인터록·EStop·Lost·타이머 포함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스캔 주기 수 ms, 결정적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표준, 전기 기술자가 읽음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Python (Conveyor_cycle.py)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몇 줄로 간단, 수정이 빠름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0.05초 주기, OS 영향 받음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AI·데이터 처리와 바로 연결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현장에서는 안전은 PLC, 판단은 PC/AI로 나누는 경우가 많습니다. 5일차에 이 구조로 다시 돌아옵니다.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키보드로 직접 운전하기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사람이 Expert가 되어 데이터 모으기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il_collect_manual.py 조작 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Enter 없이 키를 누르는 즉시 반영된다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 (왼쪽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 (멈춤)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 (오른쪽 이동)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X 또는 Q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저장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0으로 정지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Ctrl+C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저장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0으로 정지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 입력을 동작으로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AI_Training/conveyor_il/il_collect_manual.py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KEY_ACTIONS = 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"a": ACTION_LEFT,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"s": ACTION_STOP,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"d": ACTION_RIGHT,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QUIT_KEYS = ("x", "q", "\x03")      # x, q, Ctrl+C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 → 동작 번호 사전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종료 키 3가지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대문자도 lower()로 처리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Windows에서 Enter 없이 키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AI_Training/conveyor_il/il_collect_manual.py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_keyboard_loop_windows(on_key, stop_event):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msvcrt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stop_event.is_set():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msvcrt.kbhit():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time.sleep(0.02)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 = msvcrt.getwch()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on_key(ch.lower())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msvcrt: Windows 전용 키 입력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macOS·Ubuntu는 termios로 같은 기능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터미널(cmd, PowerShell)에서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IDE 출력창에서는 키가 안 먹을 수 있음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좋은 데이터를 모으는 운전 요령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Stop 확인 → python conveyor_il/il_collect_manual.py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연결 후 박스를 컨베이어에 올림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끝 센서에 닿으면 반대 방향 키 (규칙대로)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STOP도 섞어서 누르기 (S)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3~5분 운전 후 X로 저장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STOP·LEFT·RIGHT가 고르게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박스를 떨어뜨린 순간은 자동 제외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수집 파일과 이름이 같음 →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모은 데이터를 그래프로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AI_Training/conveyor_il/il_visualize.py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pd.read_csv(DATASET_PATH)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print(f"Samples : {len(df)}")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plt.subplots(3, 1, figsize=(13, 14))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action_counts = (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df["Action"]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.value_counts()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.reindex([0, 1, 2], fill_value=0)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그래프 3개를 한 창에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첫 번째: 동작별 개수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화면이 없으면 PNG로 저장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4일차에 pandas로 더 깊이 분석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그래프에서 확인할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동작 분포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STOP·LEFT·RIGHT 개수 비교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한쪽이 너무 적으면 더 수집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센서와 동작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직후 RIGHT인가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직후 LEFT인가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PLC vs 사람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데이터: 규칙적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사람 데이터: 흔들림 있음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두 데이터 파일은 5일차에 같은 학습 코드로 비교합니다. 사람 데이터로 배운 AI가 더 불안정한지 확인해 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연결 거부 (Connection refused)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650492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 RUN 또는 Python 서버 실행 여부, 포트 1502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04288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포트 이미 사용 중 (address in use)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83180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304288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304288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서버가 두 개. CODESYS Stop 또는 다른 Python 서버 종료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HR10이 계속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586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236976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236976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I/O Mapping에서 FromPlc 연결, Writable ON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966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키를 눌러도 반응 없음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48556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169664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169664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IDE 출력창 대신 cmd·PowerShell·터미널에서 실행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02352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ModuleNotFoundError: pymodbus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381244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5102352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5102352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가상환경(.venv) 켜기 → pip install pymodbus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우리 시스템에서 Modbus 클라이언트와 서버는 각각 무엇인가?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Unity가 20ms마다 쓰는 함수 코드와 그 장점은?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HR0 = 6일 때 켜진 신호를 모두 쓰시오.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PLC가 서버일 때 Python 수집 프로그램이 HR10에 쓰면 안 되는 이유는?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데이터에 LastSensor 열이 필요한 이유는?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Unity는 항상 클라이언트, 제어기(PLC 또는 Python)는 서버 하나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HR0 센서 · HR10 명령을 비트 연산으로 읽고 쓴다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PLC가 제어하는 동안 Python은 읽기만 하며 데이터를 모은다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레지스터 맵이 같으면 제어기를 바꿔 끼울 수 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3일차 · Unity 디지털트윈 구조와 PLC 실시간 연동</a:t>
            </a:r>
            <a:endParaRPr lang="en-US" sz="160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스마트제조 기초실습 2일차 - 산업통신 및 데이터 연동</dc:title>
  <dc:subject>PptxGenJS Presentation</dc:subject>
  <dc:creator>TWINIEX</dc:creator>
  <cp:lastModifiedBy>TWINIEX</cp:lastModifiedBy>
  <cp:revision>1</cp:revision>
  <dcterms:created xsi:type="dcterms:W3CDTF">2026-10-19T04:09:44Z</dcterms:created>
  <dcterms:modified xsi:type="dcterms:W3CDTF">2026-10-19T04:09:44Z</dcterms:modified>
</cp:coreProperties>
</file>